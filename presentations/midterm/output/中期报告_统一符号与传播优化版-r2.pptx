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gif" ContentType="image/gi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3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4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5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56459ac0624dbf" /><Relationship Type="http://schemas.openxmlformats.org/officeDocument/2006/relationships/extended-properties" Target="/docProps/app.xml" Id="Rb2488e5d4ebf4c58" /><Relationship Type="http://schemas.openxmlformats.org/officeDocument/2006/relationships/officeDocument" Target="/ppt/presentation.xml" Id="R7cb98b7bceda41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1b6d3a1bb04c70"/>
  </p:sldMasterIdLst>
  <p:notesMasterIdLst>
    <p:notesMasterId xmlns:r="http://schemas.openxmlformats.org/officeDocument/2006/relationships" r:id="Rafb53ac0f7ce413c"/>
  </p:notesMasterIdLst>
  <p:sldIdLst>
    <p:sldId xmlns:r="http://schemas.openxmlformats.org/officeDocument/2006/relationships" id="256" r:id="R85734e4ed48a40d9"/>
    <p:sldId xmlns:r="http://schemas.openxmlformats.org/officeDocument/2006/relationships" id="257" r:id="R69681f2a572c4220"/>
    <p:sldId xmlns:r="http://schemas.openxmlformats.org/officeDocument/2006/relationships" id="258" r:id="Rfd587db3cd80420a"/>
    <p:sldId xmlns:r="http://schemas.openxmlformats.org/officeDocument/2006/relationships" id="259" r:id="Rc6dc2c690b7a446d"/>
    <p:sldId xmlns:r="http://schemas.openxmlformats.org/officeDocument/2006/relationships" id="260" r:id="Rdf71da678ad742ec"/>
    <p:sldId xmlns:r="http://schemas.openxmlformats.org/officeDocument/2006/relationships" id="261" r:id="R56039f6a45d942be"/>
    <p:sldId xmlns:r="http://schemas.openxmlformats.org/officeDocument/2006/relationships" id="262" r:id="Rac924b2facad4c05"/>
    <p:sldId xmlns:r="http://schemas.openxmlformats.org/officeDocument/2006/relationships" id="263" r:id="Rf854de2a77934020"/>
    <p:sldId xmlns:r="http://schemas.openxmlformats.org/officeDocument/2006/relationships" id="264" r:id="R8817840c7de1492c"/>
    <p:sldId xmlns:r="http://schemas.openxmlformats.org/officeDocument/2006/relationships" id="265" r:id="Redb2f47a1ead435c"/>
    <p:sldId xmlns:r="http://schemas.openxmlformats.org/officeDocument/2006/relationships" id="266" r:id="Ra61b9d724dda4f50"/>
    <p:sldId xmlns:r="http://schemas.openxmlformats.org/officeDocument/2006/relationships" id="267" r:id="R00b00b8821a94292"/>
    <p:sldId xmlns:r="http://schemas.openxmlformats.org/officeDocument/2006/relationships" id="268" r:id="Rc55b4bad01be45b4"/>
    <p:sldId xmlns:r="http://schemas.openxmlformats.org/officeDocument/2006/relationships" id="269" r:id="Rc1b2787674e3490e"/>
    <p:sldId xmlns:r="http://schemas.openxmlformats.org/officeDocument/2006/relationships" id="270" r:id="Rb8a391ece9b54ae6"/>
    <p:sldId xmlns:r="http://schemas.openxmlformats.org/officeDocument/2006/relationships" id="271" r:id="Rc1eb9d4c228c4120"/>
    <p:sldId xmlns:r="http://schemas.openxmlformats.org/officeDocument/2006/relationships" id="272" r:id="R0b21d414ca85451f"/>
    <p:sldId xmlns:r="http://schemas.openxmlformats.org/officeDocument/2006/relationships" id="273" r:id="Rad4e4d285f40434c"/>
    <p:sldId xmlns:r="http://schemas.openxmlformats.org/officeDocument/2006/relationships" id="274" r:id="Re373fbc15d0144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13f5fd66e6473b" /><Relationship Type="http://schemas.openxmlformats.org/officeDocument/2006/relationships/slideMaster" Target="/ppt/slideMasters/slideMaster1.xml" Id="R311b6d3a1bb04c70" /><Relationship Type="http://schemas.openxmlformats.org/officeDocument/2006/relationships/notesMaster" Target="/ppt/notesMasters/notesMaster1.xml" Id="Rafb53ac0f7ce413c" /><Relationship Type="http://schemas.openxmlformats.org/officeDocument/2006/relationships/presProps" Target="/ppt/presProps.xml" Id="R580cd5195a6543b6" /><Relationship Type="http://schemas.openxmlformats.org/officeDocument/2006/relationships/tableStyles" Target="/ppt/tableStyles.xml" Id="Rf4f8fd83352d458e" /><Relationship Type="http://schemas.openxmlformats.org/officeDocument/2006/relationships/slide" Target="/ppt/slides/slide1.xml" Id="R85734e4ed48a40d9" /><Relationship Type="http://schemas.openxmlformats.org/officeDocument/2006/relationships/slide" Target="/ppt/slides/slide2.xml" Id="R69681f2a572c4220" /><Relationship Type="http://schemas.openxmlformats.org/officeDocument/2006/relationships/slide" Target="/ppt/slides/slide3.xml" Id="Rfd587db3cd80420a" /><Relationship Type="http://schemas.openxmlformats.org/officeDocument/2006/relationships/slide" Target="/ppt/slides/slide4.xml" Id="Rc6dc2c690b7a446d" /><Relationship Type="http://schemas.openxmlformats.org/officeDocument/2006/relationships/slide" Target="/ppt/slides/slide5.xml" Id="Rdf71da678ad742ec" /><Relationship Type="http://schemas.openxmlformats.org/officeDocument/2006/relationships/slide" Target="/ppt/slides/slide6.xml" Id="R56039f6a45d942be" /><Relationship Type="http://schemas.openxmlformats.org/officeDocument/2006/relationships/slide" Target="/ppt/slides/slide7.xml" Id="Rac924b2facad4c05" /><Relationship Type="http://schemas.openxmlformats.org/officeDocument/2006/relationships/slide" Target="/ppt/slides/slide8.xml" Id="Rf854de2a77934020" /><Relationship Type="http://schemas.openxmlformats.org/officeDocument/2006/relationships/slide" Target="/ppt/slides/slide9.xml" Id="R8817840c7de1492c" /><Relationship Type="http://schemas.openxmlformats.org/officeDocument/2006/relationships/slide" Target="/ppt/slides/slide10.xml" Id="Redb2f47a1ead435c" /><Relationship Type="http://schemas.openxmlformats.org/officeDocument/2006/relationships/slide" Target="/ppt/slides/slide11.xml" Id="Ra61b9d724dda4f50" /><Relationship Type="http://schemas.openxmlformats.org/officeDocument/2006/relationships/slide" Target="/ppt/slides/slide12.xml" Id="R00b00b8821a94292" /><Relationship Type="http://schemas.openxmlformats.org/officeDocument/2006/relationships/slide" Target="/ppt/slides/slide13.xml" Id="Rc55b4bad01be45b4" /><Relationship Type="http://schemas.openxmlformats.org/officeDocument/2006/relationships/slide" Target="/ppt/slides/slide14.xml" Id="Rc1b2787674e3490e" /><Relationship Type="http://schemas.openxmlformats.org/officeDocument/2006/relationships/slide" Target="/ppt/slides/slide15.xml" Id="Rb8a391ece9b54ae6" /><Relationship Type="http://schemas.openxmlformats.org/officeDocument/2006/relationships/slide" Target="/ppt/slides/slide16.xml" Id="Rc1eb9d4c228c4120" /><Relationship Type="http://schemas.openxmlformats.org/officeDocument/2006/relationships/slide" Target="/ppt/slides/slide17.xml" Id="R0b21d414ca85451f" /><Relationship Type="http://schemas.openxmlformats.org/officeDocument/2006/relationships/slide" Target="/ppt/slides/slide18.xml" Id="Rad4e4d285f40434c" /><Relationship Type="http://schemas.openxmlformats.org/officeDocument/2006/relationships/slide" Target="/ppt/slides/slide19.xml" Id="Re373fbc15d0144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1e3272d9534e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ad909773fa4ba5" /><Relationship Type="http://schemas.openxmlformats.org/officeDocument/2006/relationships/notesMaster" Target="/ppt/notesMasters/notesMaster1.xml" Id="R8964f67f1eb847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02b7132d4a43ea" /><Relationship Type="http://schemas.openxmlformats.org/officeDocument/2006/relationships/notesMaster" Target="/ppt/notesMasters/notesMaster1.xml" Id="R9b5cb544f7f348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bb6c8d732a4ff7" /><Relationship Type="http://schemas.openxmlformats.org/officeDocument/2006/relationships/notesMaster" Target="/ppt/notesMasters/notesMaster1.xml" Id="R0eb11f717c2d4f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a315c195a64f51" /><Relationship Type="http://schemas.openxmlformats.org/officeDocument/2006/relationships/notesMaster" Target="/ppt/notesMasters/notesMaster1.xml" Id="R4c352f96d6ea4d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513da63a354dda" /><Relationship Type="http://schemas.openxmlformats.org/officeDocument/2006/relationships/notesMaster" Target="/ppt/notesMasters/notesMaster1.xml" Id="R1fd9d148d3fa4a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de9cd6be994726" /><Relationship Type="http://schemas.openxmlformats.org/officeDocument/2006/relationships/notesMaster" Target="/ppt/notesMasters/notesMaster1.xml" Id="R924d4b4927cd4c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e28b069a8a443d" /><Relationship Type="http://schemas.openxmlformats.org/officeDocument/2006/relationships/notesMaster" Target="/ppt/notesMasters/notesMaster1.xml" Id="R1b5628c93fc645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98f8437f6e4a85" /><Relationship Type="http://schemas.openxmlformats.org/officeDocument/2006/relationships/notesMaster" Target="/ppt/notesMasters/notesMaster1.xml" Id="R668a9c32b3e64e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e12802634a4874" /><Relationship Type="http://schemas.openxmlformats.org/officeDocument/2006/relationships/notesMaster" Target="/ppt/notesMasters/notesMaster1.xml" Id="Rf5a0fe629bbf4e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8ecdf32c1f842aa" /><Relationship Type="http://schemas.openxmlformats.org/officeDocument/2006/relationships/notesMaster" Target="/ppt/notesMasters/notesMaster1.xml" Id="R38a87acca529484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135fbdfe44144a9" /><Relationship Type="http://schemas.openxmlformats.org/officeDocument/2006/relationships/notesMaster" Target="/ppt/notesMasters/notesMaster1.xml" Id="R037333bc4eba42e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f20332e61624b88" /><Relationship Type="http://schemas.openxmlformats.org/officeDocument/2006/relationships/notesMaster" Target="/ppt/notesMasters/notesMaster1.xml" Id="R25c37656753c4a3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ce1d7fd8ee7473e" /><Relationship Type="http://schemas.openxmlformats.org/officeDocument/2006/relationships/notesMaster" Target="/ppt/notesMasters/notesMaster1.xml" Id="R835c64d3b7104a0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d06b26586ff4eda" /><Relationship Type="http://schemas.openxmlformats.org/officeDocument/2006/relationships/notesMaster" Target="/ppt/notesMasters/notesMaster1.xml" Id="R21b2eeafb7804eb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97be695a6234998" /><Relationship Type="http://schemas.openxmlformats.org/officeDocument/2006/relationships/notesMaster" Target="/ppt/notesMasters/notesMaster1.xml" Id="R254b867951374e1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95334aac94f4c67" /><Relationship Type="http://schemas.openxmlformats.org/officeDocument/2006/relationships/notesMaster" Target="/ppt/notesMasters/notesMaster1.xml" Id="Rf0d8b14c700b415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5a56687e96249d2" /><Relationship Type="http://schemas.openxmlformats.org/officeDocument/2006/relationships/notesMaster" Target="/ppt/notesMasters/notesMaster1.xml" Id="R02b902ea61754f3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e28548084084ff6" /><Relationship Type="http://schemas.openxmlformats.org/officeDocument/2006/relationships/notesMaster" Target="/ppt/notesMasters/notesMaster1.xml" Id="R0cd260de3b0748e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818f9a271694892" /><Relationship Type="http://schemas.openxmlformats.org/officeDocument/2006/relationships/notesMaster" Target="/ppt/notesMasters/notesMaster1.xml" Id="R541a3899def34d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物理变量x,y,kx,ky,epsilon,t。a为晶格间距，x,y取晶格位置。epsilon=E_k-E_F。psi已去掉E_F公共相位，固定初始相位。时轴数字以hbar/Jx为单位，位置与宽度以a为单位。传播为完整余弦色散的精确谱演化，内部存储数组保持原数值，物理谱相位epsilon*t/hbar不变。主比较初始概率RMS宽度6a、t=180hbar/Jx，行进距离不同。总概率为1。均匀、自旋1/2、铁磁、单磁子、零外场、无耗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来源：中期报告　原理 PDF、曲率解析与波包数值模拟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图：能带能量epsilon/Jx与解析零曲率轨迹。坐标kx a/pi、ky a/pi。</a:t>
            </a:r>
          </a:p>
          <a:p xmlns:a="http://schemas.openxmlformats.org/drawingml/2006/main">
            <a:br/>
            <a:r>
              <a:t>图：位置x,y与波矢kx,ky均为物理变量，a为晶格间距，hbar显式保留。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物理变量x,y,kx,ky,epsilon,t。a为晶格间距，x,y取晶格位置。epsilon=E_k-E_F。psi已去掉E_F公共相位，固定初始相位。时轴数字以hbar/Jx为单位，位置与宽度以a为单位。传播为完整余弦色散的精确谱演化，内部存储数组保持原数值，物理谱相位epsilon*t/hbar不变。主比较初始概率RMS宽度6a、t=180hbar/Jx，行进距离不同。总概率为1。均匀、自旋1/2、铁磁、单磁子、零外场、无耗散。H仅表示哈密顿量。原理PDF中格点编号i改写为物理位置x,y，近邻位置明确相差a。每条键计一次，J=2K&gt;0，极化方向+x。单翻转子空间精确闭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3–4 页，式 (20)、(22)、(25)、(29)　改用位置 x、y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图：位置x,y与波矢kx,ky均为物理变量，a为晶格间距，hbar显式保留。</a:t>
            </a:r>
          </a:p>
          <a:p xmlns:a="http://schemas.openxmlformats.org/drawingml/2006/main">
            <a:br/>
            <a:r>
              <a:t>图：位置用x,y表示，相邻格点相差晶格间距a，横向与纵向交换分别为Jx与Jy。</a:t>
            </a:r>
          </a:p>
          <a:p xmlns:a="http://schemas.openxmlformats.org/drawingml/2006/main">
            <a:br/>
            <a:r>
              <a:t>图：位置x,y与波矢kx,ky均为物理变量，a为晶格间距，hbar显式保留。</a:t>
            </a:r>
          </a:p>
          <a:p xmlns:a="http://schemas.openxmlformats.org/drawingml/2006/main">
            <a:br/>
            <a:r>
              <a:t>图：位置x,y与波矢kx,ky均为物理变量，a为晶格间距，hbar显式保留。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物理变量x,y,kx,ky,epsilon,t。a为晶格间距，x,y取晶格位置。epsilon=E_k-E_F。psi已去掉E_F公共相位，固定初始相位。时轴数字以hbar/Jx为单位，位置与宽度以a为单位。传播为完整余弦色散的精确谱演化，内部存储数组保持原数值，物理谱相位epsilon*t/hbar不变。主比较初始概率RMS宽度6a、t=180hbar/Jx，行进距离不同。总概率为1。均匀、自旋1/2、铁磁、单磁子、零外场、无耗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5 页，式 (35)–(39)　所有公式显式保留 ℏ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图：位置x,y与波矢kx,ky均为物理变量，a为晶格间距，hbar显式保留。</a:t>
            </a:r>
          </a:p>
          <a:p xmlns:a="http://schemas.openxmlformats.org/drawingml/2006/main">
            <a:br/>
            <a:r>
              <a:t>图：位置x,y与波矢kx,ky均为物理变量，a为晶格间距，hbar显式保留。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物理变量x,y,kx,ky,epsilon,t。a为晶格间距，x,y取晶格位置。epsilon=E_k-E_F。psi已去掉E_F公共相位，固定初始相位。时轴数字以hbar/Jx为单位，位置与宽度以a为单位。传播为完整余弦色散的精确谱演化，内部存储数组保持原数值，物理谱相位epsilon*t/hbar不变。主比较初始概率RMS宽度6a、t=180hbar/Jx，行进距离不同。总概率为1。均匀、自旋1/2、铁磁、单磁子、零外场、无耗散。曲率图面采用坐标(kx*a,ky*a,epsilon/Jx)，以统一轴尺度，数值与上版完全相同。对物理kx,ky的导数保留a和J。二阶混合导数为0。曲率不是Berry曲率，轴缩放改变曲率数值但正轴缩放保留零集合与符号。定义见 https://mathworld.wolfram.com/GaussianCurvature.html 公式(15)。物理导数换算经SymPy验证残差0。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来源：高斯曲率按统一尺度的能量图面计算。H 仅用于哈密顿量。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图：位置x,y与波矢kx,ky均为物理变量，a为晶格间距，hbar显式保留。</a:t>
            </a:r>
          </a:p>
          <a:p xmlns:a="http://schemas.openxmlformats.org/drawingml/2006/main">
            <a:br/>
            <a:r>
              <a:t>图：位置x,y与波矢kx,ky均为物理变量，a为晶格间距，hbar显式保留。</a:t>
            </a:r>
          </a:p>
          <a:p xmlns:a="http://schemas.openxmlformats.org/drawingml/2006/main">
            <a:br/>
            <a:r>
              <a:t>图：位置x,y与波矢kx,ky均为物理变量，a为晶格间距，hbar显式保留。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物理变量x,y,kx,ky,epsilon,t。a为晶格间距，x,y取晶格位置。epsilon=E_k-E_F。psi已去掉E_F公共相位，固定初始相位。时轴数字以hbar/Jx为单位，位置与宽度以a为单位。传播为完整余弦色散的精确谱演化，内部存储数组保持原数值，物理谱相位epsilon*t/hbar不变。主比较初始概率RMS宽度6a、t=180hbar/Jx，行进距离不同。总概率为1。均匀、自旋1/2、铁磁、单磁子、零外场、无耗散。左图色标epsilon/Jx范围0至4。右图高斯曲率范围正负1，绿线为零曲率，虚线围成中心第一BZ。多BZ为同一带的周期延拓，坐标轴kx a/pi、ky a/pi只是标注刻度单位。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来源：Jᵧ=Jₓ　kₓ、kᵧ 范围均为 −3π/a 至 3π/a，共 3×3 个布里渊区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图：Jy/Jx=1，扩展3x3布里渊区。左epsilon/Jx，右无量纲图面(kx a,ky a,epsilon/Jx)的高斯曲率，范围正负1。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物理变量x,y,kx,ky,epsilon,t。a为晶格间距，x,y取晶格位置。epsilon=E_k-E_F。psi已去掉E_F公共相位，固定初始相位。时轴数字以hbar/Jx为单位，位置与宽度以a为单位。传播为完整余弦色散的精确谱演化，内部存储数组保持原数值，物理谱相位epsilon*t/hbar不变。主比较初始概率RMS宽度6a、t=180hbar/Jx，行进距离不同。总概率为1。均匀、自旋1/2、铁磁、单磁子、零外场、无耗散。Jy减小时y向色散较弱。曲率数值范围与上一页不同，应读取色标。Jy/Jx&gt;0时零集合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来源：Jᵧ=0.3Jₓ　波矢范围与能量色标不变，右侧曲率色标改为 ±0.3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图：Jy/Jx=0.3，能量色标与上一图相同，曲率色标改为正负0.3。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物理变量x,y,kx,ky,epsilon,t。a为晶格间距，x,y取晶格位置。epsilon=E_k-E_F。psi已去掉E_F公共相位，固定初始相位。时轴数字以hbar/Jx为单位，位置与宽度以a为单位。传播为完整余弦色散的精确谱演化，内部存储数组保持原数值，物理谱相位epsilon*t/hbar不变。主比较初始概率RMS宽度6a、t=180hbar/Jx，行进距离不同。总概率为1。均匀、自旋1/2、铁磁、单磁子、零外场、无耗散。使用解析精确轨迹，线外留空。m,n只为零曲率线的整数编号，不代表实空间位置。零曲率不等于零能量或零速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来源：Jᵧ=Jₓ　左图只画零曲率线上的能量，浅灰背景表示未绘制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图：左侧只画精确零曲率轨迹上的epsilon/Jx，线外留空。右侧为对应完整曲率。</a:t>
            </a:r>
          </a:p>
          <a:p xmlns:a="http://schemas.openxmlformats.org/drawingml/2006/main">
            <a:br/>
            <a:r>
              <a:t>图：位置x,y与波矢kx,ky均为物理变量，a为晶格间距，hbar显式保留。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物理变量x,y,kx,ky,epsilon,t。a为晶格间距，x,y取晶格位置。epsilon=E_k-E_F。psi已去掉E_F公共相位，固定初始相位。时轴数字以hbar/Jx为单位，位置与宽度以a为单位。传播为完整余弦色散的精确谱演化，内部存储数组保持原数值，物理谱相位epsilon*t/hbar不变。主比较初始概率RMS宽度6a、t=180hbar/Jx，行进距离不同。总概率为1。均匀、自旋1/2、铁磁、单磁子、零外场、无耗散。二阶导数对物理波矢求导，单位Jx*a²。旧版Hessian记号H删除，避免与哈密顿量混用。二阶导数控制二次谱相位，一般不等于图面主曲率。k中心单位1/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来源：以下固定 Jᵧ=Jₓ。中列依次为能带对 kₓ、kᵧ 的二阶导数。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图：中心波矢A=(0.7/a,0.7/a)，B=(pi/(2a),0.7/a)，C=(pi/(2a),pi/(2a))。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物理变量x,y,kx,ky,epsilon,t。a为晶格间距，x,y取晶格位置。epsilon=E_k-E_F。psi已去掉E_F公共相位，固定初始相位。时轴数字以hbar/Jx为单位，位置与宽度以a为单位。传播为完整余弦色散的精确谱演化，内部存储数组保持原数值，物理谱相位epsilon*t/hbar不变。主比较初始概率RMS宽度6a、t=180hbar/Jx，行进距离不同。总概率为1。均匀、自旋1/2、铁磁、单磁子、零外场、无耗散。Gaussian振幅用物理x,y,sigma表示，无格点编号及替换宽度。归一化常数N只保证总概率1。谱宽Delta kx=Delta ky约1/(2sigma)=1/(12a)。背景高斯曲率范围正负.3，等高线为FFT谱功率相对峰值.1,.5,.9。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来源：σ=6a，Jᵧ=Jₓ。kₓ₀、kᵧ₀ 为中心波矢，σ 为初始 RMS 宽度，式中系数保证总概率为1。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图：位置x,y与波矢kx,ky均为物理变量，a为晶格间距，hbar显式保留。</a:t>
            </a:r>
          </a:p>
          <a:p xmlns:a="http://schemas.openxmlformats.org/drawingml/2006/main">
            <a:br/>
            <a:r>
              <a:t>图：局部波矢坐标为(kx-kx0)a和(ky-ky0)a。圆线表示初始谱功率相对峰值0.1、0.5、0.9。sigma=6a，Delta k=1/(12a)。背景曲率正负0.3。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物理变量x,y,kx,ky,epsilon,t。a为晶格间距，x,y取晶格位置。epsilon=E_k-E_F。psi已去掉E_F公共相位，固定初始相位。时轴数字以hbar/Jx为单位，位置与宽度以a为单位。传播为完整余弦色散的精确谱演化，内部存储数组保持原数值，物理谱相位epsilon*t/hbar不变。主比较初始概率RMS宽度6a、t=180hbar/Jx，行进距离不同。总概率为1。均匀、自旋1/2、铁磁、单磁子、零外场、无耗散。初始概率分布完全相同，只改变中心波矢。A0为共同初始振幅峰值。每个像素为实际格点，未插值。P0=A0²。Repsi不表示固定单磁子数态的横向自旋均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来源：σ=6a，Jᵧ=Jₓ，t=0　A₀=max|ψ(x,y,0)|，色标 Reψ/A₀ 固定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图：t=0，sigma=6a，Jy/Jx=1。总概率1，相同初始包络，固定A0=max|psi(x,y,0)|。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物理变量x,y,kx,ky,epsilon,t。a为晶格间距，x,y取晶格位置。epsilon=E_k-E_F。psi已去掉E_F公共相位，固定初始相位。时轴数字以hbar/Jx为单位，位置与宽度以a为单位。传播为完整余弦色散的精确谱演化，内部存储数组保持原数值，物理谱相位epsilon*t/hbar不变。主比较初始概率RMS宽度6a、t=180hbar/Jx，行进距离不同。总概率为1。均匀、自旋1/2、铁磁、单磁子、零外场、无耗散。均在各自质心坐标显示，不缩放宽度，不逐图重标峰值。共同P0=maxP(x,y,0)。虚线半径2sigma。数值宽度及F均沿用验证数据，物理单位显式补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来源：σ=6a，Jᵧ=Jₓ，512×512 格点，完整余弦色散，t=180ℏ/Jₓ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图：t=180 hbar/Jx，sigma=6a，Jy/Jx=1。各自质心坐标，固定共同P0=maxP(x,y,0)，虚线半径2sigma。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物理变量x,y,kx,ky,epsilon,t。a为晶格间距，x,y取晶格位置。epsilon=E_k-E_F。psi已去掉E_F公共相位，固定初始相位。时轴数字以hbar/Jx为单位，位置与宽度以a为单位。传播为完整余弦色散的精确谱演化，内部存储数组保持原数值，物理谱相位epsilon*t/hbar不变。主比较初始概率RMS宽度6a、t=180hbar/Jx，行进距离不同。总概率为1。均匀、自旋1/2、铁磁、单磁子、零外场、无耗散。主图固定实验室坐标x/a,y/a，范围均为-35至225。每帧不减去质心，不移动坐标轴。虚线为实际概率质心轨迹，原点虚圆为初始半径2sigma。固定共同P0。绘图区每帧包含的概率大于.999，精确阈值见checks_lab_animation.json。PDF只显示GIF首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来源：σ=6a，Jᵧ=Jₓ，512×512 格点，完整余弦色散，t=0 至 180ℏ/Jₓ，共 61 帧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图：固定x,y实验室坐标，x/a,y/a范围均为-35至225；三组初宽6a，Jy=Jx，t=0至180hbar/Jx。虚线为实际概率质心轨迹。P0固定为共同初始峰值，不逐帧重标度。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物理变量x,y,kx,ky,epsilon,t。a为晶格间距，x,y取晶格位置。epsilon=E_k-E_F。psi已去掉E_F公共相位，固定初始相位。时轴数字以hbar/Jx为单位，位置与宽度以a为单位。传播为完整余弦色散的精确谱演化，内部存储数组保持原数值，物理谱相位epsilon*t/hbar不变。主比较初始概率RMS宽度6a、t=180hbar/Jx，行进距离不同。总概率为1。均匀、自旋1/2、铁磁、单磁子、零外场、无耗散。主图使用固定实验室坐标，范围-35a至225a，不减去质心。每个主图左上角另附随质心移动的局部放大，显示局部相位波纹。主图与小图固定共同A0和初始相位，均由实际格点数据绘制。Repsi是复振幅分量而不是固定单磁子态的横向自旋均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来源：σ=6a，Jᵧ=Jₓ，512×512 格点，完整余弦色散，t=0 至 180ℏ/Jₓ，共 61 帧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图：固定x,y实验室坐标，x/a,y/a范围均为-35至225；三组初宽6a，Jy=Jx，t=0至180hbar/Jx。虚线为实际概率质心轨迹。左上附随质心移动的载波局部放大，主图仍为固定坐标。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物理变量x,y,kx,ky,epsilon,t。a为晶格间距，x,y取晶格位置。epsilon=E_k-E_F。psi已去掉E_F公共相位，固定初始相位。时轴数字以hbar/Jx为单位，位置与宽度以a为单位。传播为完整余弦色散的精确谱演化，内部存储数组保持原数值，物理谱相位epsilon*t/hbar不变。主比较初始概率RMS宽度6a、t=180hbar/Jx，行进距离不同。总概率为1。均匀、自旋1/2、铁磁、单磁子、零外场、无耗散。使用完整概率矩，sigma_x²=sum(x-meanx)²P。无初始chirp时独立检查位置方差随物理时间的关系sigma_i²(t)=sigma_i²(0)+Var(v_i)t²。图横轴数值单位hbar/Jx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来源：σₓ、σᵧ 分别为相对概率质心的 RMS 宽度，初始值均为 6a。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物理变量x,y,kx,ky,epsilon,t。a为晶格间距，x,y取晶格位置。epsilon=E_k-E_F。psi已去掉E_F公共相位，固定初始相位。时轴数字以hbar/Jx为单位，位置与宽度以a为单位。传播为完整余弦色散的精确谱演化，内部存储数组保持原数值，物理谱相位epsilon*t/hbar不变。主比较初始概率RMS宽度6a、t=180hbar/Jx，行进距离不同。总概率为1。均匀、自旋1/2、铁磁、单磁子、零外场、无耗散。参考态psi_ref(x,y,t)=psi(x-meanvx*t,y-meanvy*t,0)，平移使用谱相位实现。F包括相位，不只是概率形状重叠。上图扣除平移相位与共同谱平均相位，范围正负3rad。参考态与演化态使用同一晶格归一化，F对整体相位不敏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来源：F(t) 是波包与“按自身平均速度平移的初态”的重叠平方。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图：t=180 hbar/Jx，减去按谱平均速度平移所需的相位及谱平均公共相位，所有面板正负3rad。</a:t>
            </a:r>
          </a:p>
          <a:p xmlns:a="http://schemas.openxmlformats.org/drawingml/2006/main">
            <a:br/>
            <a:r>
              <a:t>图：位置x,y与波矢kx,ky均为物理变量，a为晶格间距，hbar显式保留。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物理变量x,y,kx,ky,epsilon,t。a为晶格间距，x,y取晶格位置。epsilon=E_k-E_F。psi已去掉E_F公共相位，固定初始相位。时轴数字以hbar/Jx为单位，位置与宽度以a为单位。传播为完整余弦色散的精确谱演化，内部存储数组保持原数值，物理谱相位epsilon*t/hbar不变。主比较初始概率RMS宽度6a、t=180hbar/Jx，行进距离不同。总概率为1。均匀、自旋1/2、铁磁、单磁子、零外场、无耗散。不同初始概率宽度4a、6a、8a，比较到t=360hbar/Jx。初始空间资源不同，不是同初宽对照。Delta k在每方向是1/(2sigma)，表中数值单位1/a。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 点 (kₓ₀,kᵧ₀)=(π/(2a),π/(2a))，Jᵧ=Jₓ，1024×1024 格点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物理变量x,y,kx,ky,epsilon,t。a为晶格间距，x,y取晶格位置。epsilon=E_k-E_F。psi已去掉E_F公共相位，固定初始相位。时轴数字以hbar/Jx为单位，位置与宽度以a为单位。传播为完整余弦色散的精确谱演化，内部存储数组保持原数值，物理谱相位epsilon*t/hbar不变。主比较初始概率RMS宽度6a、t=180hbar/Jx，行进距离不同。总概率为1。均匀、自旋1/2、铁磁、单磁子、零外场、无耗散。下面为交点处展开：减去常数Jx+Jy及线性项Jx*a(kx-pi/(2a))+Jy*a(ky-pi/(2a))，得到三次项-a³[Jx(kx-pi/(2a))³+Jy(ky-pi/(2a))³]/6。余项为五阶及以上。图用完整能带模拟，不是三阶截断。独立sigma4控制，区别于主比较sigma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来源：中心 (π/(2a),π/(2a))，Jᵧ=Jₓ，σ=4a。展开式省略五阶及更高阶项。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图：位置x,y与波矢kx,ky均为物理变量，a为晶格间距，hbar显式保留。</a:t>
            </a:r>
          </a:p>
          <a:p xmlns:a="http://schemas.openxmlformats.org/drawingml/2006/main">
            <a:br/>
            <a:r>
              <a:t>图：C中心，sigma=4a，t=0,180,360 hbar/Jx。右图减去常数与一次项后的epsilon/Jx，横轴(kx-pi/(2a))a，ky=pi/(2a)。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物理变量x,y,kx,ky,epsilon,t。a为晶格间距，x,y取晶格位置。epsilon=E_k-E_F。psi已去掉E_F公共相位，固定初始相位。时轴数字以hbar/Jx为单位，位置与宽度以a为单位。传播为完整余弦色散的精确谱演化，内部存储数组保持原数值，物理谱相位epsilon*t/hbar不变。主比较初始概率RMS宽度6a、t=180hbar/Jx，行进距离不同。总概率为1。均匀、自旋1/2、铁磁、单磁子、零外场、无耗散。只改Jy/Jx从1到.3，B中心固定。对物理ky的二阶导数为Jy*a² cos.7。Jy降低同时降低y平均群速度和速度方差，固定时间比较不等于固定行进距离。均速数字的单位Jx*a/hbar。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来源：B 点 (kₓ₀,kᵧ₀)=(π/(2a),0.7/a)，σ=6a，t=180ℏ/Jₓ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图：B中心，固定sigma=6a和t=180 hbar/Jx，比较Jy/Jx=1和0.3。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物理变量x,y,kx,ky,epsilon,t。a为晶格间距，x,y取晶格位置。epsilon=E_k-E_F。psi已去掉E_F公共相位，固定初始相位。时轴数字以hbar/Jx为单位，位置与宽度以a为单位。传播为完整余弦色散的精确谱演化，内部存储数组保持原数值，物理谱相位epsilon*t/hbar不变。主比较初始概率RMS宽度6a、t=180hbar/Jx，行进距离不同。总概率为1。均匀、自旋1/2、铁磁、单磁子、零外场、无耗散。本轮仅统一符号与物理单位，保留原18页主线和全部数值。完成曲率解析、3x3BZ、9组受控模拟。原数据与原理PDF保留。实际材料、阻尼、制备、等距离优化仍为后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来源：当前范围：均匀、零外场、无耗散的自旋 1/2 铁磁单磁子模型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9c2eadb458449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ce6bec96ab4ca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eaf43e926e436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2cdb82f27e4f2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acb86b2ddc460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fef582d77144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5E03F8-CD4F-4F0C-BBFF-EFD885F42B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D3F2E92-4DD5-4890-9BC6-C8C6673DCC9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B5A7D41-1FE7-44AE-9636-7F8F257D83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D8E269-E92C-4F50-A7C5-B1CA8E4EB8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2E3FE72-83C2-49AA-84C6-C697E7E631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B0D5E28-65AF-4F57-B569-18CEE2A769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A73204B-35DD-4818-B99F-0CA4F694C7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78BA3DD-F00C-4420-9B6A-779BD0695D2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ED4B4A-50D0-4C83-917F-F6505DDB45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9FF47B5-916D-4E91-A9FA-5CDE988423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574f50605840ed" /><Relationship Type="http://schemas.openxmlformats.org/officeDocument/2006/relationships/slideLayout" Target="/ppt/slideLayouts/slideLayout1.xml" Id="R2191f8cfe9694567" /><Relationship Type="http://schemas.openxmlformats.org/officeDocument/2006/relationships/slideLayout" Target="/ppt/slideLayouts/slideLayout2.xml" Id="Rdb5b5b59795741d7" /><Relationship Type="http://schemas.openxmlformats.org/officeDocument/2006/relationships/slideLayout" Target="/ppt/slideLayouts/slideLayout3.xml" Id="R0c6cc385ff4244a8" /><Relationship Type="http://schemas.openxmlformats.org/officeDocument/2006/relationships/slideLayout" Target="/ppt/slideLayouts/slideLayout4.xml" Id="R6e5dc238a8ca4385" /><Relationship Type="http://schemas.openxmlformats.org/officeDocument/2006/relationships/slideLayout" Target="/ppt/slideLayouts/slideLayout5.xml" Id="Rb1d8f4a73d1649fc" /><Relationship Type="http://schemas.openxmlformats.org/officeDocument/2006/relationships/slideLayout" Target="/ppt/slideLayouts/slideLayout6.xml" Id="Ra500b01006cb4a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91f8cfe9694567"/>
    <p:sldLayoutId xmlns:r="http://schemas.openxmlformats.org/officeDocument/2006/relationships" id="2147483650" r:id="Rdb5b5b59795741d7"/>
    <p:sldLayoutId xmlns:r="http://schemas.openxmlformats.org/officeDocument/2006/relationships" id="2147483651" r:id="R0c6cc385ff4244a8"/>
    <p:sldLayoutId xmlns:r="http://schemas.openxmlformats.org/officeDocument/2006/relationships" id="2147483652" r:id="R6e5dc238a8ca4385"/>
    <p:sldLayoutId xmlns:r="http://schemas.openxmlformats.org/officeDocument/2006/relationships" id="2147483653" r:id="Rb1d8f4a73d1649fc"/>
    <p:sldLayoutId xmlns:r="http://schemas.openxmlformats.org/officeDocument/2006/relationships" id="2147483654" r:id="Ra500b01006cb4a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3dad9cf0cc4cf0" /><Relationship Type="http://schemas.openxmlformats.org/officeDocument/2006/relationships/image" Target="/ppt/media/image.png" Id="Rab78d3b26bd549d8" /><Relationship Type="http://schemas.openxmlformats.org/officeDocument/2006/relationships/image" Target="/ppt/media/image2.png" Id="Rf39383b1f04b438f" /><Relationship Type="http://schemas.openxmlformats.org/officeDocument/2006/relationships/notesSlide" Target="/ppt/notesSlides/notesSlide1.xml" Id="R9bb72f93651a44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b2ee8cb4374baa" /><Relationship Type="http://schemas.openxmlformats.org/officeDocument/2006/relationships/image" Target="/ppt/media/image3.png" Id="R19337d3b8d5a4b62" /><Relationship Type="http://schemas.openxmlformats.org/officeDocument/2006/relationships/image" Target="/ppt/media/image4.png" Id="R6cc74dd519c64024" /><Relationship Type="http://schemas.openxmlformats.org/officeDocument/2006/relationships/image" Target="/ppt/media/image5.png" Id="Ra35e3fc0c822492f" /><Relationship Type="http://schemas.openxmlformats.org/officeDocument/2006/relationships/image" Target="/ppt/media/image6.png" Id="R0ab7b465db454ae7" /><Relationship Type="http://schemas.openxmlformats.org/officeDocument/2006/relationships/notesSlide" Target="/ppt/notesSlides/notesSlide2.xml" Id="Rf47ee7ec4a2940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dc6ab2c5f7403a" /><Relationship Type="http://schemas.openxmlformats.org/officeDocument/2006/relationships/image" Target="/ppt/media/image7.png" Id="R5f2b9864a7b0425e" /><Relationship Type="http://schemas.openxmlformats.org/officeDocument/2006/relationships/image" Target="/ppt/media/image8.png" Id="R9cdc30500f644f9a" /><Relationship Type="http://schemas.openxmlformats.org/officeDocument/2006/relationships/notesSlide" Target="/ppt/notesSlides/notesSlide3.xml" Id="R310e518c749f45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90ef16510e4ff3" /><Relationship Type="http://schemas.openxmlformats.org/officeDocument/2006/relationships/image" Target="/ppt/media/image9.png" Id="R6c1038e501944153" /><Relationship Type="http://schemas.openxmlformats.org/officeDocument/2006/relationships/image" Target="/ppt/media/image10.png" Id="Rd4401c57c1a84d0d" /><Relationship Type="http://schemas.openxmlformats.org/officeDocument/2006/relationships/image" Target="/ppt/media/image11.png" Id="Redf246279d914855" /><Relationship Type="http://schemas.openxmlformats.org/officeDocument/2006/relationships/notesSlide" Target="/ppt/notesSlides/notesSlide4.xml" Id="R0af50641efed4c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f536fc85be4d6b" /><Relationship Type="http://schemas.openxmlformats.org/officeDocument/2006/relationships/image" Target="/ppt/media/image12.png" Id="R43644e8ddef74c03" /><Relationship Type="http://schemas.openxmlformats.org/officeDocument/2006/relationships/notesSlide" Target="/ppt/notesSlides/notesSlide5.xml" Id="Rd1d99494918043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23717303d64520" /><Relationship Type="http://schemas.openxmlformats.org/officeDocument/2006/relationships/image" Target="/ppt/media/image13.png" Id="R4d0adda419804a23" /><Relationship Type="http://schemas.openxmlformats.org/officeDocument/2006/relationships/notesSlide" Target="/ppt/notesSlides/notesSlide6.xml" Id="R777be4947d5a4e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7aac4087054b65" /><Relationship Type="http://schemas.openxmlformats.org/officeDocument/2006/relationships/image" Target="/ppt/media/image14.png" Id="R7808a232bc3145d8" /><Relationship Type="http://schemas.openxmlformats.org/officeDocument/2006/relationships/image" Target="/ppt/media/image15.png" Id="R581cfd4e2fc24c2a" /><Relationship Type="http://schemas.openxmlformats.org/officeDocument/2006/relationships/notesSlide" Target="/ppt/notesSlides/notesSlide7.xml" Id="Ra1144e09827d4d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c06efc98294d28" /><Relationship Type="http://schemas.openxmlformats.org/officeDocument/2006/relationships/image" Target="/ppt/media/image16.png" Id="R631b9c8bdf3f4885" /><Relationship Type="http://schemas.openxmlformats.org/officeDocument/2006/relationships/notesSlide" Target="/ppt/notesSlides/notesSlide8.xml" Id="R9e89eb50530242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69cceb5254434c" /><Relationship Type="http://schemas.openxmlformats.org/officeDocument/2006/relationships/image" Target="/ppt/media/image17.png" Id="Rc9ec530c4c2348b8" /><Relationship Type="http://schemas.openxmlformats.org/officeDocument/2006/relationships/image" Target="/ppt/media/image18.png" Id="R8fe518be5e43401f" /><Relationship Type="http://schemas.openxmlformats.org/officeDocument/2006/relationships/notesSlide" Target="/ppt/notesSlides/notesSlide9.xml" Id="Rb3e3a31e401245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12ea1673d846b9" /><Relationship Type="http://schemas.openxmlformats.org/officeDocument/2006/relationships/image" Target="/ppt/media/image19.png" Id="Rc8ca15dee59c421d" /><Relationship Type="http://schemas.openxmlformats.org/officeDocument/2006/relationships/notesSlide" Target="/ppt/notesSlides/notesSlide10.xml" Id="R1f71de6505204d6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50a2abb369444b" /><Relationship Type="http://schemas.openxmlformats.org/officeDocument/2006/relationships/image" Target="/ppt/media/image20.png" Id="R115a0cff665b4e53" /><Relationship Type="http://schemas.openxmlformats.org/officeDocument/2006/relationships/notesSlide" Target="/ppt/notesSlides/notesSlide11.xml" Id="R891a533d768746a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4c653ae82a4802" /><Relationship Type="http://schemas.openxmlformats.org/officeDocument/2006/relationships/image" Target="/ppt/media/image.gif" Id="Rdc1f1b22cf474d75" /><Relationship Type="http://schemas.openxmlformats.org/officeDocument/2006/relationships/notesSlide" Target="/ppt/notesSlides/notesSlide12.xml" Id="R36fabe660d544e6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3394946322409c" /><Relationship Type="http://schemas.openxmlformats.org/officeDocument/2006/relationships/image" Target="/ppt/media/image2.gif" Id="R5e39e250835c4cf8" /><Relationship Type="http://schemas.openxmlformats.org/officeDocument/2006/relationships/notesSlide" Target="/ppt/notesSlides/notesSlide13.xml" Id="Rcb8170e2853f4ea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cc25d9a3934a0c" /><Relationship Type="http://schemas.openxmlformats.org/officeDocument/2006/relationships/chart" Target="/ppt/slides/charts/chart1.xml" Id="R2de4326456794fe4" /><Relationship Type="http://schemas.openxmlformats.org/officeDocument/2006/relationships/chart" Target="/ppt/slides/charts/chart2.xml" Id="R660d910bfbae446d" /><Relationship Type="http://schemas.openxmlformats.org/officeDocument/2006/relationships/notesSlide" Target="/ppt/notesSlides/notesSlide14.xml" Id="R61af5a88f9d5471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ceb11b3d96417c" /><Relationship Type="http://schemas.openxmlformats.org/officeDocument/2006/relationships/image" Target="/ppt/media/image21.png" Id="R2827a0a2e59f4111" /><Relationship Type="http://schemas.openxmlformats.org/officeDocument/2006/relationships/image" Target="/ppt/media/image22.png" Id="R5107b36d0acc4564" /><Relationship Type="http://schemas.openxmlformats.org/officeDocument/2006/relationships/chart" Target="/ppt/slides/charts/chart3.xml" Id="R7b159071e1bf4477" /><Relationship Type="http://schemas.openxmlformats.org/officeDocument/2006/relationships/notesSlide" Target="/ppt/notesSlides/notesSlide15.xml" Id="R9463c129fd8744c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5c1601639f42ac" /><Relationship Type="http://schemas.openxmlformats.org/officeDocument/2006/relationships/chart" Target="/ppt/slides/charts/chart4.xml" Id="R25dcbd16438d4bec" /><Relationship Type="http://schemas.openxmlformats.org/officeDocument/2006/relationships/notesSlide" Target="/ppt/notesSlides/notesSlide16.xml" Id="R287b7f7e3e564ca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ef1ff0b02742de" /><Relationship Type="http://schemas.openxmlformats.org/officeDocument/2006/relationships/image" Target="/ppt/media/image23.png" Id="R20d40dfb18324497" /><Relationship Type="http://schemas.openxmlformats.org/officeDocument/2006/relationships/image" Target="/ppt/media/image24.png" Id="Re61502206e184409" /><Relationship Type="http://schemas.openxmlformats.org/officeDocument/2006/relationships/notesSlide" Target="/ppt/notesSlides/notesSlide17.xml" Id="R0fcbe48b8b0f48c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dd34a970e04e77" /><Relationship Type="http://schemas.openxmlformats.org/officeDocument/2006/relationships/image" Target="/ppt/media/image25.png" Id="Rab79fc7b74c74446" /><Relationship Type="http://schemas.openxmlformats.org/officeDocument/2006/relationships/chart" Target="/ppt/slides/charts/chart5.xml" Id="R1e7b990c2fca4069" /><Relationship Type="http://schemas.openxmlformats.org/officeDocument/2006/relationships/notesSlide" Target="/ppt/notesSlides/notesSlide18.xml" Id="R3fe5e1540f0b464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8f1741e46f46ef" /><Relationship Type="http://schemas.openxmlformats.org/officeDocument/2006/relationships/notesSlide" Target="/ppt/notesSlides/notesSlide19.xml" Id="R2e94fe7573a244e7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x 方向 RMS 宽度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A 普通点</c:v>
          </c:tx>
          <c:spPr>
            <a:ln xmlns:a="http://schemas.openxmlformats.org/drawingml/2006/main" w="28575">
              <a:solidFill>
                <a:srgbClr val="246B9A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3</c:v>
              </c:pt>
              <c:pt idx="2">
                <c:v>6</c:v>
              </c:pt>
              <c:pt idx="3">
                <c:v>9</c:v>
              </c:pt>
              <c:pt idx="4">
                <c:v>12</c:v>
              </c:pt>
              <c:pt idx="5">
                <c:v>15</c:v>
              </c:pt>
              <c:pt idx="6">
                <c:v>18</c:v>
              </c:pt>
              <c:pt idx="7">
                <c:v>21</c:v>
              </c:pt>
              <c:pt idx="8">
                <c:v>24</c:v>
              </c:pt>
              <c:pt idx="9">
                <c:v>27</c:v>
              </c:pt>
              <c:pt idx="10">
                <c:v>30</c:v>
              </c:pt>
              <c:pt idx="11">
                <c:v>33</c:v>
              </c:pt>
              <c:pt idx="12">
                <c:v>36</c:v>
              </c:pt>
              <c:pt idx="13">
                <c:v>39</c:v>
              </c:pt>
              <c:pt idx="14">
                <c:v>42</c:v>
              </c:pt>
              <c:pt idx="15">
                <c:v>45</c:v>
              </c:pt>
              <c:pt idx="16">
                <c:v>48</c:v>
              </c:pt>
              <c:pt idx="17">
                <c:v>51</c:v>
              </c:pt>
              <c:pt idx="18">
                <c:v>54</c:v>
              </c:pt>
              <c:pt idx="19">
                <c:v>57</c:v>
              </c:pt>
              <c:pt idx="20">
                <c:v>60</c:v>
              </c:pt>
              <c:pt idx="21">
                <c:v>63</c:v>
              </c:pt>
              <c:pt idx="22">
                <c:v>66</c:v>
              </c:pt>
              <c:pt idx="23">
                <c:v>69</c:v>
              </c:pt>
              <c:pt idx="24">
                <c:v>72</c:v>
              </c:pt>
              <c:pt idx="25">
                <c:v>75</c:v>
              </c:pt>
              <c:pt idx="26">
                <c:v>78</c:v>
              </c:pt>
              <c:pt idx="27">
                <c:v>81</c:v>
              </c:pt>
              <c:pt idx="28">
                <c:v>84</c:v>
              </c:pt>
              <c:pt idx="29">
                <c:v>87</c:v>
              </c:pt>
              <c:pt idx="30">
                <c:v>90</c:v>
              </c:pt>
              <c:pt idx="31">
                <c:v>93</c:v>
              </c:pt>
              <c:pt idx="32">
                <c:v>96</c:v>
              </c:pt>
              <c:pt idx="33">
                <c:v>99</c:v>
              </c:pt>
              <c:pt idx="34">
                <c:v>102</c:v>
              </c:pt>
              <c:pt idx="35">
                <c:v>105</c:v>
              </c:pt>
              <c:pt idx="36">
                <c:v>108</c:v>
              </c:pt>
              <c:pt idx="37">
                <c:v>111</c:v>
              </c:pt>
              <c:pt idx="38">
                <c:v>114</c:v>
              </c:pt>
              <c:pt idx="39">
                <c:v>117</c:v>
              </c:pt>
              <c:pt idx="40">
                <c:v>120</c:v>
              </c:pt>
              <c:pt idx="41">
                <c:v>123</c:v>
              </c:pt>
              <c:pt idx="42">
                <c:v>126</c:v>
              </c:pt>
              <c:pt idx="43">
                <c:v>129</c:v>
              </c:pt>
              <c:pt idx="44">
                <c:v>132</c:v>
              </c:pt>
              <c:pt idx="45">
                <c:v>135</c:v>
              </c:pt>
              <c:pt idx="46">
                <c:v>138</c:v>
              </c:pt>
              <c:pt idx="47">
                <c:v>141</c:v>
              </c:pt>
              <c:pt idx="48">
                <c:v>144</c:v>
              </c:pt>
              <c:pt idx="49">
                <c:v>147</c:v>
              </c:pt>
              <c:pt idx="50">
                <c:v>150</c:v>
              </c:pt>
              <c:pt idx="51">
                <c:v>153</c:v>
              </c:pt>
              <c:pt idx="52">
                <c:v>156</c:v>
              </c:pt>
              <c:pt idx="53">
                <c:v>159</c:v>
              </c:pt>
              <c:pt idx="54">
                <c:v>162</c:v>
              </c:pt>
              <c:pt idx="55">
                <c:v>165</c:v>
              </c:pt>
              <c:pt idx="56">
                <c:v>168</c:v>
              </c:pt>
              <c:pt idx="57">
                <c:v>171</c:v>
              </c:pt>
              <c:pt idx="58">
                <c:v>174</c:v>
              </c:pt>
              <c:pt idx="59">
                <c:v>177</c:v>
              </c:pt>
              <c:pt idx="60">
                <c:v>180</c:v>
              </c:pt>
            </c:numLit>
          </c:xVal>
          <c:yVal>
            <c:numLit>
              <c:formatCode>0.0</c:formatCode>
              <c:ptCount val="61"/>
              <c:pt idx="0">
                <c:v>6</c:v>
              </c:pt>
              <c:pt idx="1">
                <c:v>6.0030324159455715</c:v>
              </c:pt>
              <c:pt idx="2">
                <c:v>6.012120486781122</c:v>
              </c:pt>
              <c:pt idx="3">
                <c:v>6.027236819807223</c:v>
              </c:pt>
              <c:pt idx="4">
                <c:v>6.048336216703991</c:v>
              </c:pt>
              <c:pt idx="5">
                <c:v>6.075356341181399</c:v>
              </c:pt>
              <c:pt idx="6">
                <c:v>6.10821862150984</c:v>
              </c:pt>
              <c:pt idx="7">
                <c:v>6.146829358114048</c:v>
              </c:pt>
              <c:pt idx="8">
                <c:v>6.191081001018526</c:v>
              </c:pt>
              <c:pt idx="9">
                <c:v>6.240853558477321</c:v>
              </c:pt>
              <c:pt idx="10">
                <c:v>6.296016096654466</c:v>
              </c:pt>
              <c:pt idx="11">
                <c:v>6.356428290643408</c:v>
              </c:pt>
              <c:pt idx="12">
                <c:v>6.421941989199083</c:v>
              </c:pt>
              <c:pt idx="13">
                <c:v>6.492402758992336</c:v>
              </c:pt>
              <c:pt idx="14">
                <c:v>6.567651378620137</c:v>
              </c:pt>
              <c:pt idx="15">
                <c:v>6.647525257642674</c:v>
              </c:pt>
              <c:pt idx="16">
                <c:v>6.7318597612168265</c:v>
              </c:pt>
              <c:pt idx="17">
                <c:v>6.820489426146035</c:v>
              </c:pt>
              <c:pt idx="18">
                <c:v>6.913249059120908</c:v>
              </c:pt>
              <c:pt idx="19">
                <c:v>7.00997471240011</c:v>
              </c:pt>
              <c:pt idx="20">
                <c:v>7.110504536059909</c:v>
              </c:pt>
              <c:pt idx="21">
                <c:v>7.214679509164265</c:v>
              </c:pt>
              <c:pt idx="22">
                <c:v>7.322344054766037</c:v>
              </c:pt>
              <c:pt idx="23">
                <c:v>7.433346545571988</c:v>
              </c:pt>
              <c:pt idx="24">
                <c:v>7.547539708444938</c:v>
              </c:pt>
              <c:pt idx="25">
                <c:v>7.664780936747366</c:v>
              </c:pt>
              <c:pt idx="26">
                <c:v>7.7849325199313855</c:v>
              </c:pt>
              <c:pt idx="27">
                <c:v>7.907861799831307</c:v>
              </c:pt>
              <c:pt idx="28">
                <c:v>8.033441262893751</c:v>
              </c:pt>
              <c:pt idx="29">
                <c:v>8.161548577156376</c:v>
              </c:pt>
              <c:pt idx="30">
                <c:v>8.292066582221178</c:v>
              </c:pt>
              <c:pt idx="31">
                <c:v>8.42488323981299</c:v>
              </c:pt>
              <c:pt idx="32">
                <c:v>8.55989155181075</c:v>
              </c:pt>
              <c:pt idx="33">
                <c:v>8.696989451921104</c:v>
              </c:pt>
              <c:pt idx="34">
                <c:v>8.83607967645604</c:v>
              </c:pt>
              <c:pt idx="35">
                <c:v>8.977069618996982</c:v>
              </c:pt>
              <c:pt idx="36">
                <c:v>9.119871173089258</c:v>
              </c:pt>
              <c:pt idx="37">
                <c:v>9.264400566521124</c:v>
              </c:pt>
              <c:pt idx="38">
                <c:v>9.410578190204681</c:v>
              </c:pt>
              <c:pt idx="39">
                <c:v>9.558328424193308</c:v>
              </c:pt>
              <c:pt idx="40">
                <c:v>9.707579462941013</c:v>
              </c:pt>
              <c:pt idx="41">
                <c:v>9.858263141531229</c:v>
              </c:pt>
              <c:pt idx="42">
                <c:v>10.010314764272845</c:v>
              </c:pt>
              <c:pt idx="43">
                <c:v>10.163672936775917</c:v>
              </c:pt>
              <c:pt idx="44">
                <c:v>10.31827940237471</c:v>
              </c:pt>
              <c:pt idx="45">
                <c:v>10.474078883557052</c:v>
              </c:pt>
              <c:pt idx="46">
                <c:v>10.631018928882968</c:v>
              </c:pt>
              <c:pt idx="47">
                <c:v>10.789049765727604</c:v>
              </c:pt>
              <c:pt idx="48">
                <c:v>10.948124159060876</c:v>
              </c:pt>
              <c:pt idx="49">
                <c:v>11.108197276374984</c:v>
              </c:pt>
              <c:pt idx="50">
                <c:v>11.269226558788466</c:v>
              </c:pt>
              <c:pt idx="51">
                <c:v>11.431171598288989</c:v>
              </c:pt>
              <c:pt idx="52">
                <c:v>11.593994021024027</c:v>
              </c:pt>
              <c:pt idx="53">
                <c:v>11.757657376507433</c:v>
              </c:pt>
              <c:pt idx="54">
                <c:v>11.922127032577912</c:v>
              </c:pt>
              <c:pt idx="55">
                <c:v>12.087370075922102</c:v>
              </c:pt>
              <c:pt idx="56">
                <c:v>12.253355217957886</c:v>
              </c:pt>
              <c:pt idx="57">
                <c:v>12.420052705862446</c:v>
              </c:pt>
              <c:pt idx="58">
                <c:v>12.587434238522679</c:v>
              </c:pt>
              <c:pt idx="59">
                <c:v>12.755472887182643</c:v>
              </c:pt>
              <c:pt idx="60">
                <c:v>12.924143020562596</c:v>
              </c:pt>
            </c:numLit>
          </c:yVal>
        </c:ser>
        <c:ser>
          <c:idx val="1"/>
          <c:order val="1"/>
          <c:tx>
            <c:v>B 零曲率线</c:v>
          </c:tx>
          <c:spPr>
            <a:ln xmlns:a="http://schemas.openxmlformats.org/drawingml/2006/main" w="28575">
              <a:solidFill>
                <a:srgbClr val="C95F42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3</c:v>
              </c:pt>
              <c:pt idx="2">
                <c:v>6</c:v>
              </c:pt>
              <c:pt idx="3">
                <c:v>9</c:v>
              </c:pt>
              <c:pt idx="4">
                <c:v>12</c:v>
              </c:pt>
              <c:pt idx="5">
                <c:v>15</c:v>
              </c:pt>
              <c:pt idx="6">
                <c:v>18</c:v>
              </c:pt>
              <c:pt idx="7">
                <c:v>21</c:v>
              </c:pt>
              <c:pt idx="8">
                <c:v>24</c:v>
              </c:pt>
              <c:pt idx="9">
                <c:v>27</c:v>
              </c:pt>
              <c:pt idx="10">
                <c:v>30</c:v>
              </c:pt>
              <c:pt idx="11">
                <c:v>33</c:v>
              </c:pt>
              <c:pt idx="12">
                <c:v>36</c:v>
              </c:pt>
              <c:pt idx="13">
                <c:v>39</c:v>
              </c:pt>
              <c:pt idx="14">
                <c:v>42</c:v>
              </c:pt>
              <c:pt idx="15">
                <c:v>45</c:v>
              </c:pt>
              <c:pt idx="16">
                <c:v>48</c:v>
              </c:pt>
              <c:pt idx="17">
                <c:v>51</c:v>
              </c:pt>
              <c:pt idx="18">
                <c:v>54</c:v>
              </c:pt>
              <c:pt idx="19">
                <c:v>57</c:v>
              </c:pt>
              <c:pt idx="20">
                <c:v>60</c:v>
              </c:pt>
              <c:pt idx="21">
                <c:v>63</c:v>
              </c:pt>
              <c:pt idx="22">
                <c:v>66</c:v>
              </c:pt>
              <c:pt idx="23">
                <c:v>69</c:v>
              </c:pt>
              <c:pt idx="24">
                <c:v>72</c:v>
              </c:pt>
              <c:pt idx="25">
                <c:v>75</c:v>
              </c:pt>
              <c:pt idx="26">
                <c:v>78</c:v>
              </c:pt>
              <c:pt idx="27">
                <c:v>81</c:v>
              </c:pt>
              <c:pt idx="28">
                <c:v>84</c:v>
              </c:pt>
              <c:pt idx="29">
                <c:v>87</c:v>
              </c:pt>
              <c:pt idx="30">
                <c:v>90</c:v>
              </c:pt>
              <c:pt idx="31">
                <c:v>93</c:v>
              </c:pt>
              <c:pt idx="32">
                <c:v>96</c:v>
              </c:pt>
              <c:pt idx="33">
                <c:v>99</c:v>
              </c:pt>
              <c:pt idx="34">
                <c:v>102</c:v>
              </c:pt>
              <c:pt idx="35">
                <c:v>105</c:v>
              </c:pt>
              <c:pt idx="36">
                <c:v>108</c:v>
              </c:pt>
              <c:pt idx="37">
                <c:v>111</c:v>
              </c:pt>
              <c:pt idx="38">
                <c:v>114</c:v>
              </c:pt>
              <c:pt idx="39">
                <c:v>117</c:v>
              </c:pt>
              <c:pt idx="40">
                <c:v>120</c:v>
              </c:pt>
              <c:pt idx="41">
                <c:v>123</c:v>
              </c:pt>
              <c:pt idx="42">
                <c:v>126</c:v>
              </c:pt>
              <c:pt idx="43">
                <c:v>129</c:v>
              </c:pt>
              <c:pt idx="44">
                <c:v>132</c:v>
              </c:pt>
              <c:pt idx="45">
                <c:v>135</c:v>
              </c:pt>
              <c:pt idx="46">
                <c:v>138</c:v>
              </c:pt>
              <c:pt idx="47">
                <c:v>141</c:v>
              </c:pt>
              <c:pt idx="48">
                <c:v>144</c:v>
              </c:pt>
              <c:pt idx="49">
                <c:v>147</c:v>
              </c:pt>
              <c:pt idx="50">
                <c:v>150</c:v>
              </c:pt>
              <c:pt idx="51">
                <c:v>153</c:v>
              </c:pt>
              <c:pt idx="52">
                <c:v>156</c:v>
              </c:pt>
              <c:pt idx="53">
                <c:v>159</c:v>
              </c:pt>
              <c:pt idx="54">
                <c:v>162</c:v>
              </c:pt>
              <c:pt idx="55">
                <c:v>165</c:v>
              </c:pt>
              <c:pt idx="56">
                <c:v>168</c:v>
              </c:pt>
              <c:pt idx="57">
                <c:v>171</c:v>
              </c:pt>
              <c:pt idx="58">
                <c:v>174</c:v>
              </c:pt>
              <c:pt idx="59">
                <c:v>177</c:v>
              </c:pt>
              <c:pt idx="60">
                <c:v>180</c:v>
              </c:pt>
            </c:numLit>
          </c:xVal>
          <c:yVal>
            <c:numLit>
              <c:formatCode>0.0</c:formatCode>
              <c:ptCount val="61"/>
              <c:pt idx="0">
                <c:v>6.000000000000001</c:v>
              </c:pt>
              <c:pt idx="1">
                <c:v>6.000017959384353</c:v>
              </c:pt>
              <c:pt idx="2">
                <c:v>6.000071837214877</c:v>
              </c:pt>
              <c:pt idx="3">
                <c:v>6.000161632523994</c:v>
              </c:pt>
              <c:pt idx="4">
                <c:v>6.0002873436991715</c:v>
              </c:pt>
              <c:pt idx="5">
                <c:v>6.000448968483065</c:v>
              </c:pt>
              <c:pt idx="6">
                <c:v>6.000646503973721</c:v>
              </c:pt>
              <c:pt idx="7">
                <c:v>6.000879946624842</c:v>
              </c:pt>
              <c:pt idx="8">
                <c:v>6.001149292246098</c:v>
              </c:pt>
              <c:pt idx="9">
                <c:v>6.001454536003509</c:v>
              </c:pt>
              <c:pt idx="10">
                <c:v>6.00179567241987</c:v>
              </c:pt>
              <c:pt idx="11">
                <c:v>6.002172695375254</c:v>
              </c:pt>
              <c:pt idx="12">
                <c:v>6.002585598107549</c:v>
              </c:pt>
              <c:pt idx="13">
                <c:v>6.003034373213071</c:v>
              </c:pt>
              <c:pt idx="14">
                <c:v>6.003519012647221</c:v>
              </c:pt>
              <c:pt idx="15">
                <c:v>6.004039507725215</c:v>
              </c:pt>
              <c:pt idx="16">
                <c:v>6.004595849122852</c:v>
              </c:pt>
              <c:pt idx="17">
                <c:v>6.005188026877352</c:v>
              </c:pt>
              <c:pt idx="18">
                <c:v>6.00581603038824</c:v>
              </c:pt>
              <c:pt idx="19">
                <c:v>6.006479848418304</c:v>
              </c:pt>
              <c:pt idx="20">
                <c:v>6.00717946909459</c:v>
              </c:pt>
              <c:pt idx="21">
                <c:v>6.007914879909459</c:v>
              </c:pt>
              <c:pt idx="22">
                <c:v>6.008686067721709</c:v>
              </c:pt>
              <c:pt idx="23">
                <c:v>6.009493018757741</c:v>
              </c:pt>
              <c:pt idx="24">
                <c:v>6.010335718612783</c:v>
              </c:pt>
              <c:pt idx="25">
                <c:v>6.011214152252172</c:v>
              </c:pt>
              <c:pt idx="26">
                <c:v>6.012128304012691</c:v>
              </c:pt>
              <c:pt idx="27">
                <c:v>6.013078157603958</c:v>
              </c:pt>
              <c:pt idx="28">
                <c:v>6.014063696109863</c:v>
              </c:pt>
              <c:pt idx="29">
                <c:v>6.015084901990083</c:v>
              </c:pt>
              <c:pt idx="30">
                <c:v>6.016141757081609</c:v>
              </c:pt>
              <c:pt idx="31">
                <c:v>6.017234242600374</c:v>
              </c:pt>
              <c:pt idx="32">
                <c:v>6.0183623391428975</c:v>
              </c:pt>
              <c:pt idx="33">
                <c:v>6.019526026687998</c:v>
              </c:pt>
              <c:pt idx="34">
                <c:v>6.020725284598558</c:v>
              </c:pt>
              <c:pt idx="35">
                <c:v>6.021960091623336</c:v>
              </c:pt>
              <c:pt idx="36">
                <c:v>6.0232304258988325</c:v>
              </c:pt>
              <c:pt idx="37">
                <c:v>6.024536264951209</c:v>
              </c:pt>
              <c:pt idx="38">
                <c:v>6.02587758569826</c:v>
              </c:pt>
              <c:pt idx="39">
                <c:v>6.0272543644514185</c:v>
              </c:pt>
              <c:pt idx="40">
                <c:v>6.028666576917835</c:v>
              </c:pt>
              <c:pt idx="41">
                <c:v>6.030114198202493</c:v>
              </c:pt>
              <c:pt idx="42">
                <c:v>6.031597202810374</c:v>
              </c:pt>
              <c:pt idx="43">
                <c:v>6.0331155646486785</c:v>
              </c:pt>
              <c:pt idx="44">
                <c:v>6.03466925702908</c:v>
              </c:pt>
              <c:pt idx="45">
                <c:v>6.036258252670046</c:v>
              </c:pt>
              <c:pt idx="46">
                <c:v>6.0378825236991895</c:v>
              </c:pt>
              <c:pt idx="47">
                <c:v>6.039542041655687</c:v>
              </c:pt>
              <c:pt idx="48">
                <c:v>6.0412367774927125</c:v>
              </c:pt>
              <c:pt idx="49">
                <c:v>6.042966701579953</c:v>
              </c:pt>
              <c:pt idx="50">
                <c:v>6.044731783706139</c:v>
              </c:pt>
              <c:pt idx="51">
                <c:v>6.046531993081643</c:v>
              </c:pt>
              <c:pt idx="52">
                <c:v>6.048367298341105</c:v>
              </c:pt>
              <c:pt idx="53">
                <c:v>6.050237667546117</c:v>
              </c:pt>
              <c:pt idx="54">
                <c:v>6.052143068187929</c:v>
              </c:pt>
              <c:pt idx="55">
                <c:v>6.05408346719023</c:v>
              </c:pt>
              <c:pt idx="56">
                <c:v>6.056058830911946</c:v>
              </c:pt>
              <c:pt idx="57">
                <c:v>6.058069125150073</c:v>
              </c:pt>
              <c:pt idx="58">
                <c:v>6.06011431514259</c:v>
              </c:pt>
              <c:pt idx="59">
                <c:v>6.06219436557137</c:v>
              </c:pt>
              <c:pt idx="60">
                <c:v>6.064309240565158</c:v>
              </c:pt>
            </c:numLit>
          </c:yVal>
        </c:ser>
        <c:ser>
          <c:idx val="2"/>
          <c:order val="2"/>
          <c:tx>
            <c:v>C 零曲率交点</c:v>
          </c:tx>
          <c:spPr>
            <a:ln xmlns:a="http://schemas.openxmlformats.org/drawingml/2006/main" w="28575">
              <a:solidFill>
                <a:srgbClr val="27816E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3</c:v>
              </c:pt>
              <c:pt idx="2">
                <c:v>6</c:v>
              </c:pt>
              <c:pt idx="3">
                <c:v>9</c:v>
              </c:pt>
              <c:pt idx="4">
                <c:v>12</c:v>
              </c:pt>
              <c:pt idx="5">
                <c:v>15</c:v>
              </c:pt>
              <c:pt idx="6">
                <c:v>18</c:v>
              </c:pt>
              <c:pt idx="7">
                <c:v>21</c:v>
              </c:pt>
              <c:pt idx="8">
                <c:v>24</c:v>
              </c:pt>
              <c:pt idx="9">
                <c:v>27</c:v>
              </c:pt>
              <c:pt idx="10">
                <c:v>30</c:v>
              </c:pt>
              <c:pt idx="11">
                <c:v>33</c:v>
              </c:pt>
              <c:pt idx="12">
                <c:v>36</c:v>
              </c:pt>
              <c:pt idx="13">
                <c:v>39</c:v>
              </c:pt>
              <c:pt idx="14">
                <c:v>42</c:v>
              </c:pt>
              <c:pt idx="15">
                <c:v>45</c:v>
              </c:pt>
              <c:pt idx="16">
                <c:v>48</c:v>
              </c:pt>
              <c:pt idx="17">
                <c:v>51</c:v>
              </c:pt>
              <c:pt idx="18">
                <c:v>54</c:v>
              </c:pt>
              <c:pt idx="19">
                <c:v>57</c:v>
              </c:pt>
              <c:pt idx="20">
                <c:v>60</c:v>
              </c:pt>
              <c:pt idx="21">
                <c:v>63</c:v>
              </c:pt>
              <c:pt idx="22">
                <c:v>66</c:v>
              </c:pt>
              <c:pt idx="23">
                <c:v>69</c:v>
              </c:pt>
              <c:pt idx="24">
                <c:v>72</c:v>
              </c:pt>
              <c:pt idx="25">
                <c:v>75</c:v>
              </c:pt>
              <c:pt idx="26">
                <c:v>78</c:v>
              </c:pt>
              <c:pt idx="27">
                <c:v>81</c:v>
              </c:pt>
              <c:pt idx="28">
                <c:v>84</c:v>
              </c:pt>
              <c:pt idx="29">
                <c:v>87</c:v>
              </c:pt>
              <c:pt idx="30">
                <c:v>90</c:v>
              </c:pt>
              <c:pt idx="31">
                <c:v>93</c:v>
              </c:pt>
              <c:pt idx="32">
                <c:v>96</c:v>
              </c:pt>
              <c:pt idx="33">
                <c:v>99</c:v>
              </c:pt>
              <c:pt idx="34">
                <c:v>102</c:v>
              </c:pt>
              <c:pt idx="35">
                <c:v>105</c:v>
              </c:pt>
              <c:pt idx="36">
                <c:v>108</c:v>
              </c:pt>
              <c:pt idx="37">
                <c:v>111</c:v>
              </c:pt>
              <c:pt idx="38">
                <c:v>114</c:v>
              </c:pt>
              <c:pt idx="39">
                <c:v>117</c:v>
              </c:pt>
              <c:pt idx="40">
                <c:v>120</c:v>
              </c:pt>
              <c:pt idx="41">
                <c:v>123</c:v>
              </c:pt>
              <c:pt idx="42">
                <c:v>126</c:v>
              </c:pt>
              <c:pt idx="43">
                <c:v>129</c:v>
              </c:pt>
              <c:pt idx="44">
                <c:v>132</c:v>
              </c:pt>
              <c:pt idx="45">
                <c:v>135</c:v>
              </c:pt>
              <c:pt idx="46">
                <c:v>138</c:v>
              </c:pt>
              <c:pt idx="47">
                <c:v>141</c:v>
              </c:pt>
              <c:pt idx="48">
                <c:v>144</c:v>
              </c:pt>
              <c:pt idx="49">
                <c:v>147</c:v>
              </c:pt>
              <c:pt idx="50">
                <c:v>150</c:v>
              </c:pt>
              <c:pt idx="51">
                <c:v>153</c:v>
              </c:pt>
              <c:pt idx="52">
                <c:v>156</c:v>
              </c:pt>
              <c:pt idx="53">
                <c:v>159</c:v>
              </c:pt>
              <c:pt idx="54">
                <c:v>162</c:v>
              </c:pt>
              <c:pt idx="55">
                <c:v>165</c:v>
              </c:pt>
              <c:pt idx="56">
                <c:v>168</c:v>
              </c:pt>
              <c:pt idx="57">
                <c:v>171</c:v>
              </c:pt>
              <c:pt idx="58">
                <c:v>174</c:v>
              </c:pt>
              <c:pt idx="59">
                <c:v>177</c:v>
              </c:pt>
              <c:pt idx="60">
                <c:v>180</c:v>
              </c:pt>
            </c:numLit>
          </c:xVal>
          <c:yVal>
            <c:numLit>
              <c:formatCode>0.0</c:formatCode>
              <c:ptCount val="61"/>
              <c:pt idx="0">
                <c:v>6</c:v>
              </c:pt>
              <c:pt idx="1">
                <c:v>6.000017959384353</c:v>
              </c:pt>
              <c:pt idx="2">
                <c:v>6.000071837214876</c:v>
              </c:pt>
              <c:pt idx="3">
                <c:v>6.000161632523995</c:v>
              </c:pt>
              <c:pt idx="4">
                <c:v>6.0002873436991715</c:v>
              </c:pt>
              <c:pt idx="5">
                <c:v>6.000448968483064</c:v>
              </c:pt>
              <c:pt idx="6">
                <c:v>6.00064650397372</c:v>
              </c:pt>
              <c:pt idx="7">
                <c:v>6.000879946624841</c:v>
              </c:pt>
              <c:pt idx="8">
                <c:v>6.001149292246099</c:v>
              </c:pt>
              <c:pt idx="9">
                <c:v>6.001454536003509</c:v>
              </c:pt>
              <c:pt idx="10">
                <c:v>6.001795672419871</c:v>
              </c:pt>
              <c:pt idx="11">
                <c:v>6.002172695375254</c:v>
              </c:pt>
              <c:pt idx="12">
                <c:v>6.002585598107549</c:v>
              </c:pt>
              <c:pt idx="13">
                <c:v>6.00303437321307</c:v>
              </c:pt>
              <c:pt idx="14">
                <c:v>6.003519012647221</c:v>
              </c:pt>
              <c:pt idx="15">
                <c:v>6.004039507725215</c:v>
              </c:pt>
              <c:pt idx="16">
                <c:v>6.004595849122854</c:v>
              </c:pt>
              <c:pt idx="17">
                <c:v>6.005188026877352</c:v>
              </c:pt>
              <c:pt idx="18">
                <c:v>6.005816030388241</c:v>
              </c:pt>
              <c:pt idx="19">
                <c:v>6.006479848418305</c:v>
              </c:pt>
              <c:pt idx="20">
                <c:v>6.007179469094588</c:v>
              </c:pt>
              <c:pt idx="21">
                <c:v>6.007914879909459</c:v>
              </c:pt>
              <c:pt idx="22">
                <c:v>6.00868606772171</c:v>
              </c:pt>
              <c:pt idx="23">
                <c:v>6.009493018757741</c:v>
              </c:pt>
              <c:pt idx="24">
                <c:v>6.010335718612782</c:v>
              </c:pt>
              <c:pt idx="25">
                <c:v>6.0112141522521725</c:v>
              </c:pt>
              <c:pt idx="26">
                <c:v>6.012128304012692</c:v>
              </c:pt>
              <c:pt idx="27">
                <c:v>6.013078157603958</c:v>
              </c:pt>
              <c:pt idx="28">
                <c:v>6.014063696109864</c:v>
              </c:pt>
              <c:pt idx="29">
                <c:v>6.0150849019900825</c:v>
              </c:pt>
              <c:pt idx="30">
                <c:v>6.016141757081609</c:v>
              </c:pt>
              <c:pt idx="31">
                <c:v>6.017234242600372</c:v>
              </c:pt>
              <c:pt idx="32">
                <c:v>6.018362339142896</c:v>
              </c:pt>
              <c:pt idx="33">
                <c:v>6.0195260266879975</c:v>
              </c:pt>
              <c:pt idx="34">
                <c:v>6.020725284598558</c:v>
              </c:pt>
              <c:pt idx="35">
                <c:v>6.021960091623336</c:v>
              </c:pt>
              <c:pt idx="36">
                <c:v>6.0232304258988325</c:v>
              </c:pt>
              <c:pt idx="37">
                <c:v>6.02453626495121</c:v>
              </c:pt>
              <c:pt idx="38">
                <c:v>6.02587758569826</c:v>
              </c:pt>
              <c:pt idx="39">
                <c:v>6.0272543644514185</c:v>
              </c:pt>
              <c:pt idx="40">
                <c:v>6.028666576917835</c:v>
              </c:pt>
              <c:pt idx="41">
                <c:v>6.030114198202492</c:v>
              </c:pt>
              <c:pt idx="42">
                <c:v>6.0315972028103735</c:v>
              </c:pt>
              <c:pt idx="43">
                <c:v>6.0331155646486785</c:v>
              </c:pt>
              <c:pt idx="44">
                <c:v>6.034669257029079</c:v>
              </c:pt>
              <c:pt idx="45">
                <c:v>6.036258252670045</c:v>
              </c:pt>
              <c:pt idx="46">
                <c:v>6.0378825236991895</c:v>
              </c:pt>
              <c:pt idx="47">
                <c:v>6.039542041655687</c:v>
              </c:pt>
              <c:pt idx="48">
                <c:v>6.04123677749271</c:v>
              </c:pt>
              <c:pt idx="49">
                <c:v>6.04296670157995</c:v>
              </c:pt>
              <c:pt idx="50">
                <c:v>6.044731783706138</c:v>
              </c:pt>
              <c:pt idx="51">
                <c:v>6.046531993081643</c:v>
              </c:pt>
              <c:pt idx="52">
                <c:v>6.048367298341104</c:v>
              </c:pt>
              <c:pt idx="53">
                <c:v>6.0502376675461145</c:v>
              </c:pt>
              <c:pt idx="54">
                <c:v>6.052143068187929</c:v>
              </c:pt>
              <c:pt idx="55">
                <c:v>6.054083467190232</c:v>
              </c:pt>
              <c:pt idx="56">
                <c:v>6.056058830911944</c:v>
              </c:pt>
              <c:pt idx="57">
                <c:v>6.058069125150073</c:v>
              </c:pt>
              <c:pt idx="58">
                <c:v>6.060114315142588</c:v>
              </c:pt>
              <c:pt idx="59">
                <c:v>6.0621943655713695</c:v>
              </c:pt>
              <c:pt idx="60">
                <c:v>6.064309240565157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4"/>
          <c:min val="6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σₓ/a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6"/>
        <c:majorUnit val="2"/>
      </c:valAx>
      <c:valAx>
        <c:axId val="48650112"/>
        <c:scaling>
          <c:orientation val="minMax"/>
          <c:max val="18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t（单位 ℏ/Jₓ）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6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y 方向 RMS 宽度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A 普通点</c:v>
          </c:tx>
          <c:spPr>
            <a:ln xmlns:a="http://schemas.openxmlformats.org/drawingml/2006/main" w="28575">
              <a:solidFill>
                <a:srgbClr val="246B9A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3</c:v>
              </c:pt>
              <c:pt idx="2">
                <c:v>6</c:v>
              </c:pt>
              <c:pt idx="3">
                <c:v>9</c:v>
              </c:pt>
              <c:pt idx="4">
                <c:v>12</c:v>
              </c:pt>
              <c:pt idx="5">
                <c:v>15</c:v>
              </c:pt>
              <c:pt idx="6">
                <c:v>18</c:v>
              </c:pt>
              <c:pt idx="7">
                <c:v>21</c:v>
              </c:pt>
              <c:pt idx="8">
                <c:v>24</c:v>
              </c:pt>
              <c:pt idx="9">
                <c:v>27</c:v>
              </c:pt>
              <c:pt idx="10">
                <c:v>30</c:v>
              </c:pt>
              <c:pt idx="11">
                <c:v>33</c:v>
              </c:pt>
              <c:pt idx="12">
                <c:v>36</c:v>
              </c:pt>
              <c:pt idx="13">
                <c:v>39</c:v>
              </c:pt>
              <c:pt idx="14">
                <c:v>42</c:v>
              </c:pt>
              <c:pt idx="15">
                <c:v>45</c:v>
              </c:pt>
              <c:pt idx="16">
                <c:v>48</c:v>
              </c:pt>
              <c:pt idx="17">
                <c:v>51</c:v>
              </c:pt>
              <c:pt idx="18">
                <c:v>54</c:v>
              </c:pt>
              <c:pt idx="19">
                <c:v>57</c:v>
              </c:pt>
              <c:pt idx="20">
                <c:v>60</c:v>
              </c:pt>
              <c:pt idx="21">
                <c:v>63</c:v>
              </c:pt>
              <c:pt idx="22">
                <c:v>66</c:v>
              </c:pt>
              <c:pt idx="23">
                <c:v>69</c:v>
              </c:pt>
              <c:pt idx="24">
                <c:v>72</c:v>
              </c:pt>
              <c:pt idx="25">
                <c:v>75</c:v>
              </c:pt>
              <c:pt idx="26">
                <c:v>78</c:v>
              </c:pt>
              <c:pt idx="27">
                <c:v>81</c:v>
              </c:pt>
              <c:pt idx="28">
                <c:v>84</c:v>
              </c:pt>
              <c:pt idx="29">
                <c:v>87</c:v>
              </c:pt>
              <c:pt idx="30">
                <c:v>90</c:v>
              </c:pt>
              <c:pt idx="31">
                <c:v>93</c:v>
              </c:pt>
              <c:pt idx="32">
                <c:v>96</c:v>
              </c:pt>
              <c:pt idx="33">
                <c:v>99</c:v>
              </c:pt>
              <c:pt idx="34">
                <c:v>102</c:v>
              </c:pt>
              <c:pt idx="35">
                <c:v>105</c:v>
              </c:pt>
              <c:pt idx="36">
                <c:v>108</c:v>
              </c:pt>
              <c:pt idx="37">
                <c:v>111</c:v>
              </c:pt>
              <c:pt idx="38">
                <c:v>114</c:v>
              </c:pt>
              <c:pt idx="39">
                <c:v>117</c:v>
              </c:pt>
              <c:pt idx="40">
                <c:v>120</c:v>
              </c:pt>
              <c:pt idx="41">
                <c:v>123</c:v>
              </c:pt>
              <c:pt idx="42">
                <c:v>126</c:v>
              </c:pt>
              <c:pt idx="43">
                <c:v>129</c:v>
              </c:pt>
              <c:pt idx="44">
                <c:v>132</c:v>
              </c:pt>
              <c:pt idx="45">
                <c:v>135</c:v>
              </c:pt>
              <c:pt idx="46">
                <c:v>138</c:v>
              </c:pt>
              <c:pt idx="47">
                <c:v>141</c:v>
              </c:pt>
              <c:pt idx="48">
                <c:v>144</c:v>
              </c:pt>
              <c:pt idx="49">
                <c:v>147</c:v>
              </c:pt>
              <c:pt idx="50">
                <c:v>150</c:v>
              </c:pt>
              <c:pt idx="51">
                <c:v>153</c:v>
              </c:pt>
              <c:pt idx="52">
                <c:v>156</c:v>
              </c:pt>
              <c:pt idx="53">
                <c:v>159</c:v>
              </c:pt>
              <c:pt idx="54">
                <c:v>162</c:v>
              </c:pt>
              <c:pt idx="55">
                <c:v>165</c:v>
              </c:pt>
              <c:pt idx="56">
                <c:v>168</c:v>
              </c:pt>
              <c:pt idx="57">
                <c:v>171</c:v>
              </c:pt>
              <c:pt idx="58">
                <c:v>174</c:v>
              </c:pt>
              <c:pt idx="59">
                <c:v>177</c:v>
              </c:pt>
              <c:pt idx="60">
                <c:v>180</c:v>
              </c:pt>
            </c:numLit>
          </c:xVal>
          <c:yVal>
            <c:numLit>
              <c:formatCode>0.0</c:formatCode>
              <c:ptCount val="61"/>
              <c:pt idx="0">
                <c:v>6.000000000000001</c:v>
              </c:pt>
              <c:pt idx="1">
                <c:v>6.003032415945571</c:v>
              </c:pt>
              <c:pt idx="2">
                <c:v>6.012120486781122</c:v>
              </c:pt>
              <c:pt idx="3">
                <c:v>6.027236819807223</c:v>
              </c:pt>
              <c:pt idx="4">
                <c:v>6.048336216703991</c:v>
              </c:pt>
              <c:pt idx="5">
                <c:v>6.075356341181399</c:v>
              </c:pt>
              <c:pt idx="6">
                <c:v>6.10821862150984</c:v>
              </c:pt>
              <c:pt idx="7">
                <c:v>6.146829358114046</c:v>
              </c:pt>
              <c:pt idx="8">
                <c:v>6.191081001018527</c:v>
              </c:pt>
              <c:pt idx="9">
                <c:v>6.24085355847732</c:v>
              </c:pt>
              <c:pt idx="10">
                <c:v>6.296016096654466</c:v>
              </c:pt>
              <c:pt idx="11">
                <c:v>6.356428290643408</c:v>
              </c:pt>
              <c:pt idx="12">
                <c:v>6.421941989199083</c:v>
              </c:pt>
              <c:pt idx="13">
                <c:v>6.492402758992336</c:v>
              </c:pt>
              <c:pt idx="14">
                <c:v>6.567651378620137</c:v>
              </c:pt>
              <c:pt idx="15">
                <c:v>6.647525257642674</c:v>
              </c:pt>
              <c:pt idx="16">
                <c:v>6.731859761216826</c:v>
              </c:pt>
              <c:pt idx="17">
                <c:v>6.820489426146035</c:v>
              </c:pt>
              <c:pt idx="18">
                <c:v>6.913249059120908</c:v>
              </c:pt>
              <c:pt idx="19">
                <c:v>7.00997471240011</c:v>
              </c:pt>
              <c:pt idx="20">
                <c:v>7.110504536059909</c:v>
              </c:pt>
              <c:pt idx="21">
                <c:v>7.214679509164266</c:v>
              </c:pt>
              <c:pt idx="22">
                <c:v>7.322344054766038</c:v>
              </c:pt>
              <c:pt idx="23">
                <c:v>7.433346545571987</c:v>
              </c:pt>
              <c:pt idx="24">
                <c:v>7.547539708444938</c:v>
              </c:pt>
              <c:pt idx="25">
                <c:v>7.664780936747366</c:v>
              </c:pt>
              <c:pt idx="26">
                <c:v>7.784932519931385</c:v>
              </c:pt>
              <c:pt idx="27">
                <c:v>7.907861799831307</c:v>
              </c:pt>
              <c:pt idx="28">
                <c:v>8.033441262893751</c:v>
              </c:pt>
              <c:pt idx="29">
                <c:v>8.161548577156374</c:v>
              </c:pt>
              <c:pt idx="30">
                <c:v>8.292066582221178</c:v>
              </c:pt>
              <c:pt idx="31">
                <c:v>8.42488323981299</c:v>
              </c:pt>
              <c:pt idx="32">
                <c:v>8.55989155181075</c:v>
              </c:pt>
              <c:pt idx="33">
                <c:v>8.696989451921104</c:v>
              </c:pt>
              <c:pt idx="34">
                <c:v>8.83607967645604</c:v>
              </c:pt>
              <c:pt idx="35">
                <c:v>8.977069618996984</c:v>
              </c:pt>
              <c:pt idx="36">
                <c:v>9.119871173089257</c:v>
              </c:pt>
              <c:pt idx="37">
                <c:v>9.264400566521124</c:v>
              </c:pt>
              <c:pt idx="38">
                <c:v>9.410578190204683</c:v>
              </c:pt>
              <c:pt idx="39">
                <c:v>9.558328424193308</c:v>
              </c:pt>
              <c:pt idx="40">
                <c:v>9.707579462941014</c:v>
              </c:pt>
              <c:pt idx="41">
                <c:v>9.858263141531229</c:v>
              </c:pt>
              <c:pt idx="42">
                <c:v>10.010314764272843</c:v>
              </c:pt>
              <c:pt idx="43">
                <c:v>10.163672936775916</c:v>
              </c:pt>
              <c:pt idx="44">
                <c:v>10.318279402374708</c:v>
              </c:pt>
              <c:pt idx="45">
                <c:v>10.47407888355705</c:v>
              </c:pt>
              <c:pt idx="46">
                <c:v>10.631018928882968</c:v>
              </c:pt>
              <c:pt idx="47">
                <c:v>10.789049765727603</c:v>
              </c:pt>
              <c:pt idx="48">
                <c:v>10.948124159060876</c:v>
              </c:pt>
              <c:pt idx="49">
                <c:v>11.108197276374982</c:v>
              </c:pt>
              <c:pt idx="50">
                <c:v>11.269226558788466</c:v>
              </c:pt>
              <c:pt idx="51">
                <c:v>11.431171598288989</c:v>
              </c:pt>
              <c:pt idx="52">
                <c:v>11.593994021024027</c:v>
              </c:pt>
              <c:pt idx="53">
                <c:v>11.757657376507433</c:v>
              </c:pt>
              <c:pt idx="54">
                <c:v>11.922127032577912</c:v>
              </c:pt>
              <c:pt idx="55">
                <c:v>12.087370075922102</c:v>
              </c:pt>
              <c:pt idx="56">
                <c:v>12.253355217957887</c:v>
              </c:pt>
              <c:pt idx="57">
                <c:v>12.420052705862444</c:v>
              </c:pt>
              <c:pt idx="58">
                <c:v>12.587434238522679</c:v>
              </c:pt>
              <c:pt idx="59">
                <c:v>12.755472887182641</c:v>
              </c:pt>
              <c:pt idx="60">
                <c:v>12.924143020562596</c:v>
              </c:pt>
            </c:numLit>
          </c:yVal>
        </c:ser>
        <c:ser>
          <c:idx val="1"/>
          <c:order val="1"/>
          <c:tx>
            <c:v>B 零曲率线</c:v>
          </c:tx>
          <c:spPr>
            <a:ln xmlns:a="http://schemas.openxmlformats.org/drawingml/2006/main" w="28575">
              <a:solidFill>
                <a:srgbClr val="C95F42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3</c:v>
              </c:pt>
              <c:pt idx="2">
                <c:v>6</c:v>
              </c:pt>
              <c:pt idx="3">
                <c:v>9</c:v>
              </c:pt>
              <c:pt idx="4">
                <c:v>12</c:v>
              </c:pt>
              <c:pt idx="5">
                <c:v>15</c:v>
              </c:pt>
              <c:pt idx="6">
                <c:v>18</c:v>
              </c:pt>
              <c:pt idx="7">
                <c:v>21</c:v>
              </c:pt>
              <c:pt idx="8">
                <c:v>24</c:v>
              </c:pt>
              <c:pt idx="9">
                <c:v>27</c:v>
              </c:pt>
              <c:pt idx="10">
                <c:v>30</c:v>
              </c:pt>
              <c:pt idx="11">
                <c:v>33</c:v>
              </c:pt>
              <c:pt idx="12">
                <c:v>36</c:v>
              </c:pt>
              <c:pt idx="13">
                <c:v>39</c:v>
              </c:pt>
              <c:pt idx="14">
                <c:v>42</c:v>
              </c:pt>
              <c:pt idx="15">
                <c:v>45</c:v>
              </c:pt>
              <c:pt idx="16">
                <c:v>48</c:v>
              </c:pt>
              <c:pt idx="17">
                <c:v>51</c:v>
              </c:pt>
              <c:pt idx="18">
                <c:v>54</c:v>
              </c:pt>
              <c:pt idx="19">
                <c:v>57</c:v>
              </c:pt>
              <c:pt idx="20">
                <c:v>60</c:v>
              </c:pt>
              <c:pt idx="21">
                <c:v>63</c:v>
              </c:pt>
              <c:pt idx="22">
                <c:v>66</c:v>
              </c:pt>
              <c:pt idx="23">
                <c:v>69</c:v>
              </c:pt>
              <c:pt idx="24">
                <c:v>72</c:v>
              </c:pt>
              <c:pt idx="25">
                <c:v>75</c:v>
              </c:pt>
              <c:pt idx="26">
                <c:v>78</c:v>
              </c:pt>
              <c:pt idx="27">
                <c:v>81</c:v>
              </c:pt>
              <c:pt idx="28">
                <c:v>84</c:v>
              </c:pt>
              <c:pt idx="29">
                <c:v>87</c:v>
              </c:pt>
              <c:pt idx="30">
                <c:v>90</c:v>
              </c:pt>
              <c:pt idx="31">
                <c:v>93</c:v>
              </c:pt>
              <c:pt idx="32">
                <c:v>96</c:v>
              </c:pt>
              <c:pt idx="33">
                <c:v>99</c:v>
              </c:pt>
              <c:pt idx="34">
                <c:v>102</c:v>
              </c:pt>
              <c:pt idx="35">
                <c:v>105</c:v>
              </c:pt>
              <c:pt idx="36">
                <c:v>108</c:v>
              </c:pt>
              <c:pt idx="37">
                <c:v>111</c:v>
              </c:pt>
              <c:pt idx="38">
                <c:v>114</c:v>
              </c:pt>
              <c:pt idx="39">
                <c:v>117</c:v>
              </c:pt>
              <c:pt idx="40">
                <c:v>120</c:v>
              </c:pt>
              <c:pt idx="41">
                <c:v>123</c:v>
              </c:pt>
              <c:pt idx="42">
                <c:v>126</c:v>
              </c:pt>
              <c:pt idx="43">
                <c:v>129</c:v>
              </c:pt>
              <c:pt idx="44">
                <c:v>132</c:v>
              </c:pt>
              <c:pt idx="45">
                <c:v>135</c:v>
              </c:pt>
              <c:pt idx="46">
                <c:v>138</c:v>
              </c:pt>
              <c:pt idx="47">
                <c:v>141</c:v>
              </c:pt>
              <c:pt idx="48">
                <c:v>144</c:v>
              </c:pt>
              <c:pt idx="49">
                <c:v>147</c:v>
              </c:pt>
              <c:pt idx="50">
                <c:v>150</c:v>
              </c:pt>
              <c:pt idx="51">
                <c:v>153</c:v>
              </c:pt>
              <c:pt idx="52">
                <c:v>156</c:v>
              </c:pt>
              <c:pt idx="53">
                <c:v>159</c:v>
              </c:pt>
              <c:pt idx="54">
                <c:v>162</c:v>
              </c:pt>
              <c:pt idx="55">
                <c:v>165</c:v>
              </c:pt>
              <c:pt idx="56">
                <c:v>168</c:v>
              </c:pt>
              <c:pt idx="57">
                <c:v>171</c:v>
              </c:pt>
              <c:pt idx="58">
                <c:v>174</c:v>
              </c:pt>
              <c:pt idx="59">
                <c:v>177</c:v>
              </c:pt>
              <c:pt idx="60">
                <c:v>180</c:v>
              </c:pt>
            </c:numLit>
          </c:xVal>
          <c:yVal>
            <c:numLit>
              <c:formatCode>0.0</c:formatCode>
              <c:ptCount val="61"/>
              <c:pt idx="0">
                <c:v>6.000000000000001</c:v>
              </c:pt>
              <c:pt idx="1">
                <c:v>6.0030324159455715</c:v>
              </c:pt>
              <c:pt idx="2">
                <c:v>6.012120486781122</c:v>
              </c:pt>
              <c:pt idx="3">
                <c:v>6.027236819807223</c:v>
              </c:pt>
              <c:pt idx="4">
                <c:v>6.048336216703991</c:v>
              </c:pt>
              <c:pt idx="5">
                <c:v>6.075356341181399</c:v>
              </c:pt>
              <c:pt idx="6">
                <c:v>6.108218621509841</c:v>
              </c:pt>
              <c:pt idx="7">
                <c:v>6.146829358114047</c:v>
              </c:pt>
              <c:pt idx="8">
                <c:v>6.191081001018528</c:v>
              </c:pt>
              <c:pt idx="9">
                <c:v>6.240853558477321</c:v>
              </c:pt>
              <c:pt idx="10">
                <c:v>6.2960160966544665</c:v>
              </c:pt>
              <c:pt idx="11">
                <c:v>6.35642829064341</c:v>
              </c:pt>
              <c:pt idx="12">
                <c:v>6.421941989199083</c:v>
              </c:pt>
              <c:pt idx="13">
                <c:v>6.492402758992338</c:v>
              </c:pt>
              <c:pt idx="14">
                <c:v>6.5676513786201385</c:v>
              </c:pt>
              <c:pt idx="15">
                <c:v>6.647525257642675</c:v>
              </c:pt>
              <c:pt idx="16">
                <c:v>6.731859761216828</c:v>
              </c:pt>
              <c:pt idx="17">
                <c:v>6.820489426146037</c:v>
              </c:pt>
              <c:pt idx="18">
                <c:v>6.913249059120909</c:v>
              </c:pt>
              <c:pt idx="19">
                <c:v>7.009974712400113</c:v>
              </c:pt>
              <c:pt idx="20">
                <c:v>7.110504536059912</c:v>
              </c:pt>
              <c:pt idx="21">
                <c:v>7.214679509164265</c:v>
              </c:pt>
              <c:pt idx="22">
                <c:v>7.32234405476604</c:v>
              </c:pt>
              <c:pt idx="23">
                <c:v>7.433346545571991</c:v>
              </c:pt>
              <c:pt idx="24">
                <c:v>7.547539708444938</c:v>
              </c:pt>
              <c:pt idx="25">
                <c:v>7.664780936747369</c:v>
              </c:pt>
              <c:pt idx="26">
                <c:v>7.784932519931388</c:v>
              </c:pt>
              <c:pt idx="27">
                <c:v>7.907861799831312</c:v>
              </c:pt>
              <c:pt idx="28">
                <c:v>8.033441262893755</c:v>
              </c:pt>
              <c:pt idx="29">
                <c:v>8.161548577156378</c:v>
              </c:pt>
              <c:pt idx="30">
                <c:v>8.292066582221182</c:v>
              </c:pt>
              <c:pt idx="31">
                <c:v>8.424883239812996</c:v>
              </c:pt>
              <c:pt idx="32">
                <c:v>8.559891551810756</c:v>
              </c:pt>
              <c:pt idx="33">
                <c:v>8.69698945192111</c:v>
              </c:pt>
              <c:pt idx="34">
                <c:v>8.836079676456045</c:v>
              </c:pt>
              <c:pt idx="35">
                <c:v>8.97706961899699</c:v>
              </c:pt>
              <c:pt idx="36">
                <c:v>9.119871173089264</c:v>
              </c:pt>
              <c:pt idx="37">
                <c:v>9.264400566521125</c:v>
              </c:pt>
              <c:pt idx="38">
                <c:v>9.410578190204689</c:v>
              </c:pt>
              <c:pt idx="39">
                <c:v>9.558328424193316</c:v>
              </c:pt>
              <c:pt idx="40">
                <c:v>9.707579462941021</c:v>
              </c:pt>
              <c:pt idx="41">
                <c:v>9.858263141531236</c:v>
              </c:pt>
              <c:pt idx="42">
                <c:v>10.010314764272845</c:v>
              </c:pt>
              <c:pt idx="43">
                <c:v>10.163672936775923</c:v>
              </c:pt>
              <c:pt idx="44">
                <c:v>10.318279402374717</c:v>
              </c:pt>
              <c:pt idx="45">
                <c:v>10.474078883557054</c:v>
              </c:pt>
              <c:pt idx="46">
                <c:v>10.631018928882979</c:v>
              </c:pt>
              <c:pt idx="47">
                <c:v>10.789049765727608</c:v>
              </c:pt>
              <c:pt idx="48">
                <c:v>10.948124159060878</c:v>
              </c:pt>
              <c:pt idx="49">
                <c:v>11.108197276374984</c:v>
              </c:pt>
              <c:pt idx="50">
                <c:v>11.269226558788475</c:v>
              </c:pt>
              <c:pt idx="51">
                <c:v>11.431171598288993</c:v>
              </c:pt>
              <c:pt idx="52">
                <c:v>11.593994021024034</c:v>
              </c:pt>
              <c:pt idx="53">
                <c:v>11.75765737650744</c:v>
              </c:pt>
              <c:pt idx="54">
                <c:v>11.922127032577924</c:v>
              </c:pt>
              <c:pt idx="55">
                <c:v>12.087370075922106</c:v>
              </c:pt>
              <c:pt idx="56">
                <c:v>12.253355217957893</c:v>
              </c:pt>
              <c:pt idx="57">
                <c:v>12.420052705862455</c:v>
              </c:pt>
              <c:pt idx="58">
                <c:v>12.587434238522688</c:v>
              </c:pt>
              <c:pt idx="59">
                <c:v>12.755472887182659</c:v>
              </c:pt>
              <c:pt idx="60">
                <c:v>12.924143020562603</c:v>
              </c:pt>
            </c:numLit>
          </c:yVal>
        </c:ser>
        <c:ser>
          <c:idx val="2"/>
          <c:order val="2"/>
          <c:tx>
            <c:v>C 零曲率交点</c:v>
          </c:tx>
          <c:spPr>
            <a:ln xmlns:a="http://schemas.openxmlformats.org/drawingml/2006/main" w="28575">
              <a:solidFill>
                <a:srgbClr val="27816E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3</c:v>
              </c:pt>
              <c:pt idx="2">
                <c:v>6</c:v>
              </c:pt>
              <c:pt idx="3">
                <c:v>9</c:v>
              </c:pt>
              <c:pt idx="4">
                <c:v>12</c:v>
              </c:pt>
              <c:pt idx="5">
                <c:v>15</c:v>
              </c:pt>
              <c:pt idx="6">
                <c:v>18</c:v>
              </c:pt>
              <c:pt idx="7">
                <c:v>21</c:v>
              </c:pt>
              <c:pt idx="8">
                <c:v>24</c:v>
              </c:pt>
              <c:pt idx="9">
                <c:v>27</c:v>
              </c:pt>
              <c:pt idx="10">
                <c:v>30</c:v>
              </c:pt>
              <c:pt idx="11">
                <c:v>33</c:v>
              </c:pt>
              <c:pt idx="12">
                <c:v>36</c:v>
              </c:pt>
              <c:pt idx="13">
                <c:v>39</c:v>
              </c:pt>
              <c:pt idx="14">
                <c:v>42</c:v>
              </c:pt>
              <c:pt idx="15">
                <c:v>45</c:v>
              </c:pt>
              <c:pt idx="16">
                <c:v>48</c:v>
              </c:pt>
              <c:pt idx="17">
                <c:v>51</c:v>
              </c:pt>
              <c:pt idx="18">
                <c:v>54</c:v>
              </c:pt>
              <c:pt idx="19">
                <c:v>57</c:v>
              </c:pt>
              <c:pt idx="20">
                <c:v>60</c:v>
              </c:pt>
              <c:pt idx="21">
                <c:v>63</c:v>
              </c:pt>
              <c:pt idx="22">
                <c:v>66</c:v>
              </c:pt>
              <c:pt idx="23">
                <c:v>69</c:v>
              </c:pt>
              <c:pt idx="24">
                <c:v>72</c:v>
              </c:pt>
              <c:pt idx="25">
                <c:v>75</c:v>
              </c:pt>
              <c:pt idx="26">
                <c:v>78</c:v>
              </c:pt>
              <c:pt idx="27">
                <c:v>81</c:v>
              </c:pt>
              <c:pt idx="28">
                <c:v>84</c:v>
              </c:pt>
              <c:pt idx="29">
                <c:v>87</c:v>
              </c:pt>
              <c:pt idx="30">
                <c:v>90</c:v>
              </c:pt>
              <c:pt idx="31">
                <c:v>93</c:v>
              </c:pt>
              <c:pt idx="32">
                <c:v>96</c:v>
              </c:pt>
              <c:pt idx="33">
                <c:v>99</c:v>
              </c:pt>
              <c:pt idx="34">
                <c:v>102</c:v>
              </c:pt>
              <c:pt idx="35">
                <c:v>105</c:v>
              </c:pt>
              <c:pt idx="36">
                <c:v>108</c:v>
              </c:pt>
              <c:pt idx="37">
                <c:v>111</c:v>
              </c:pt>
              <c:pt idx="38">
                <c:v>114</c:v>
              </c:pt>
              <c:pt idx="39">
                <c:v>117</c:v>
              </c:pt>
              <c:pt idx="40">
                <c:v>120</c:v>
              </c:pt>
              <c:pt idx="41">
                <c:v>123</c:v>
              </c:pt>
              <c:pt idx="42">
                <c:v>126</c:v>
              </c:pt>
              <c:pt idx="43">
                <c:v>129</c:v>
              </c:pt>
              <c:pt idx="44">
                <c:v>132</c:v>
              </c:pt>
              <c:pt idx="45">
                <c:v>135</c:v>
              </c:pt>
              <c:pt idx="46">
                <c:v>138</c:v>
              </c:pt>
              <c:pt idx="47">
                <c:v>141</c:v>
              </c:pt>
              <c:pt idx="48">
                <c:v>144</c:v>
              </c:pt>
              <c:pt idx="49">
                <c:v>147</c:v>
              </c:pt>
              <c:pt idx="50">
                <c:v>150</c:v>
              </c:pt>
              <c:pt idx="51">
                <c:v>153</c:v>
              </c:pt>
              <c:pt idx="52">
                <c:v>156</c:v>
              </c:pt>
              <c:pt idx="53">
                <c:v>159</c:v>
              </c:pt>
              <c:pt idx="54">
                <c:v>162</c:v>
              </c:pt>
              <c:pt idx="55">
                <c:v>165</c:v>
              </c:pt>
              <c:pt idx="56">
                <c:v>168</c:v>
              </c:pt>
              <c:pt idx="57">
                <c:v>171</c:v>
              </c:pt>
              <c:pt idx="58">
                <c:v>174</c:v>
              </c:pt>
              <c:pt idx="59">
                <c:v>177</c:v>
              </c:pt>
              <c:pt idx="60">
                <c:v>180</c:v>
              </c:pt>
            </c:numLit>
          </c:xVal>
          <c:yVal>
            <c:numLit>
              <c:formatCode>0.0</c:formatCode>
              <c:ptCount val="61"/>
              <c:pt idx="0">
                <c:v>6.000000000000001</c:v>
              </c:pt>
              <c:pt idx="1">
                <c:v>6.000017959384354</c:v>
              </c:pt>
              <c:pt idx="2">
                <c:v>6.000071837214876</c:v>
              </c:pt>
              <c:pt idx="3">
                <c:v>6.000161632523995</c:v>
              </c:pt>
              <c:pt idx="4">
                <c:v>6.0002873436991715</c:v>
              </c:pt>
              <c:pt idx="5">
                <c:v>6.000448968483065</c:v>
              </c:pt>
              <c:pt idx="6">
                <c:v>6.000646503973721</c:v>
              </c:pt>
              <c:pt idx="7">
                <c:v>6.000879946624842</c:v>
              </c:pt>
              <c:pt idx="8">
                <c:v>6.001149292246099</c:v>
              </c:pt>
              <c:pt idx="9">
                <c:v>6.001454536003509</c:v>
              </c:pt>
              <c:pt idx="10">
                <c:v>6.001795672419871</c:v>
              </c:pt>
              <c:pt idx="11">
                <c:v>6.002172695375255</c:v>
              </c:pt>
              <c:pt idx="12">
                <c:v>6.002585598107548</c:v>
              </c:pt>
              <c:pt idx="13">
                <c:v>6.003034373213069</c:v>
              </c:pt>
              <c:pt idx="14">
                <c:v>6.003519012647221</c:v>
              </c:pt>
              <c:pt idx="15">
                <c:v>6.004039507725215</c:v>
              </c:pt>
              <c:pt idx="16">
                <c:v>6.004595849122853</c:v>
              </c:pt>
              <c:pt idx="17">
                <c:v>6.0051880268773505</c:v>
              </c:pt>
              <c:pt idx="18">
                <c:v>6.005816030388241</c:v>
              </c:pt>
              <c:pt idx="19">
                <c:v>6.006479848418305</c:v>
              </c:pt>
              <c:pt idx="20">
                <c:v>6.007179469094588</c:v>
              </c:pt>
              <c:pt idx="21">
                <c:v>6.007914879909459</c:v>
              </c:pt>
              <c:pt idx="22">
                <c:v>6.00868606772171</c:v>
              </c:pt>
              <c:pt idx="23">
                <c:v>6.00949301875774</c:v>
              </c:pt>
              <c:pt idx="24">
                <c:v>6.010335718612782</c:v>
              </c:pt>
              <c:pt idx="25">
                <c:v>6.0112141522521725</c:v>
              </c:pt>
              <c:pt idx="26">
                <c:v>6.012128304012692</c:v>
              </c:pt>
              <c:pt idx="27">
                <c:v>6.013078157603957</c:v>
              </c:pt>
              <c:pt idx="28">
                <c:v>6.014063696109863</c:v>
              </c:pt>
              <c:pt idx="29">
                <c:v>6.015084901990082</c:v>
              </c:pt>
              <c:pt idx="30">
                <c:v>6.016141757081609</c:v>
              </c:pt>
              <c:pt idx="31">
                <c:v>6.017234242600373</c:v>
              </c:pt>
              <c:pt idx="32">
                <c:v>6.018362339142896</c:v>
              </c:pt>
              <c:pt idx="33">
                <c:v>6.0195260266879975</c:v>
              </c:pt>
              <c:pt idx="34">
                <c:v>6.020725284598558</c:v>
              </c:pt>
              <c:pt idx="35">
                <c:v>6.021960091623336</c:v>
              </c:pt>
              <c:pt idx="36">
                <c:v>6.023230425898832</c:v>
              </c:pt>
              <c:pt idx="37">
                <c:v>6.024536264951209</c:v>
              </c:pt>
              <c:pt idx="38">
                <c:v>6.02587758569826</c:v>
              </c:pt>
              <c:pt idx="39">
                <c:v>6.0272543644514185</c:v>
              </c:pt>
              <c:pt idx="40">
                <c:v>6.028666576917835</c:v>
              </c:pt>
              <c:pt idx="41">
                <c:v>6.030114198202492</c:v>
              </c:pt>
              <c:pt idx="42">
                <c:v>6.0315972028103735</c:v>
              </c:pt>
              <c:pt idx="43">
                <c:v>6.0331155646486785</c:v>
              </c:pt>
              <c:pt idx="44">
                <c:v>6.034669257029079</c:v>
              </c:pt>
              <c:pt idx="45">
                <c:v>6.036258252670044</c:v>
              </c:pt>
              <c:pt idx="46">
                <c:v>6.0378825236991895</c:v>
              </c:pt>
              <c:pt idx="47">
                <c:v>6.039542041655686</c:v>
              </c:pt>
              <c:pt idx="48">
                <c:v>6.04123677749271</c:v>
              </c:pt>
              <c:pt idx="49">
                <c:v>6.04296670157995</c:v>
              </c:pt>
              <c:pt idx="50">
                <c:v>6.044731783706138</c:v>
              </c:pt>
              <c:pt idx="51">
                <c:v>6.046531993081643</c:v>
              </c:pt>
              <c:pt idx="52">
                <c:v>6.048367298341104</c:v>
              </c:pt>
              <c:pt idx="53">
                <c:v>6.050237667546114</c:v>
              </c:pt>
              <c:pt idx="54">
                <c:v>6.05214306818793</c:v>
              </c:pt>
              <c:pt idx="55">
                <c:v>6.054083467190232</c:v>
              </c:pt>
              <c:pt idx="56">
                <c:v>6.056058830911943</c:v>
              </c:pt>
              <c:pt idx="57">
                <c:v>6.058069125150072</c:v>
              </c:pt>
              <c:pt idx="58">
                <c:v>6.060114315142588</c:v>
              </c:pt>
              <c:pt idx="59">
                <c:v>6.0621943655713695</c:v>
              </c:pt>
              <c:pt idx="60">
                <c:v>6.064309240565156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4"/>
          <c:min val="6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σᵧ/a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6"/>
        <c:majorUnit val="2"/>
      </c:valAx>
      <c:valAx>
        <c:axId val="48650112"/>
        <c:scaling>
          <c:orientation val="minMax"/>
          <c:max val="18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t（单位 ℏ/Jₓ）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6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相对平移初态的重叠 F(t)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A 普通点</c:v>
          </c:tx>
          <c:spPr>
            <a:ln xmlns:a="http://schemas.openxmlformats.org/drawingml/2006/main" w="28575">
              <a:solidFill>
                <a:srgbClr val="246B9A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3</c:v>
              </c:pt>
              <c:pt idx="2">
                <c:v>6</c:v>
              </c:pt>
              <c:pt idx="3">
                <c:v>9</c:v>
              </c:pt>
              <c:pt idx="4">
                <c:v>12</c:v>
              </c:pt>
              <c:pt idx="5">
                <c:v>15</c:v>
              </c:pt>
              <c:pt idx="6">
                <c:v>18</c:v>
              </c:pt>
              <c:pt idx="7">
                <c:v>21</c:v>
              </c:pt>
              <c:pt idx="8">
                <c:v>24</c:v>
              </c:pt>
              <c:pt idx="9">
                <c:v>27</c:v>
              </c:pt>
              <c:pt idx="10">
                <c:v>30</c:v>
              </c:pt>
              <c:pt idx="11">
                <c:v>33</c:v>
              </c:pt>
              <c:pt idx="12">
                <c:v>36</c:v>
              </c:pt>
              <c:pt idx="13">
                <c:v>39</c:v>
              </c:pt>
              <c:pt idx="14">
                <c:v>42</c:v>
              </c:pt>
              <c:pt idx="15">
                <c:v>45</c:v>
              </c:pt>
              <c:pt idx="16">
                <c:v>48</c:v>
              </c:pt>
              <c:pt idx="17">
                <c:v>51</c:v>
              </c:pt>
              <c:pt idx="18">
                <c:v>54</c:v>
              </c:pt>
              <c:pt idx="19">
                <c:v>57</c:v>
              </c:pt>
              <c:pt idx="20">
                <c:v>60</c:v>
              </c:pt>
              <c:pt idx="21">
                <c:v>63</c:v>
              </c:pt>
              <c:pt idx="22">
                <c:v>66</c:v>
              </c:pt>
              <c:pt idx="23">
                <c:v>69</c:v>
              </c:pt>
              <c:pt idx="24">
                <c:v>72</c:v>
              </c:pt>
              <c:pt idx="25">
                <c:v>75</c:v>
              </c:pt>
              <c:pt idx="26">
                <c:v>78</c:v>
              </c:pt>
              <c:pt idx="27">
                <c:v>81</c:v>
              </c:pt>
              <c:pt idx="28">
                <c:v>84</c:v>
              </c:pt>
              <c:pt idx="29">
                <c:v>87</c:v>
              </c:pt>
              <c:pt idx="30">
                <c:v>90</c:v>
              </c:pt>
              <c:pt idx="31">
                <c:v>93</c:v>
              </c:pt>
              <c:pt idx="32">
                <c:v>96</c:v>
              </c:pt>
              <c:pt idx="33">
                <c:v>99</c:v>
              </c:pt>
              <c:pt idx="34">
                <c:v>102</c:v>
              </c:pt>
              <c:pt idx="35">
                <c:v>105</c:v>
              </c:pt>
              <c:pt idx="36">
                <c:v>108</c:v>
              </c:pt>
              <c:pt idx="37">
                <c:v>111</c:v>
              </c:pt>
              <c:pt idx="38">
                <c:v>114</c:v>
              </c:pt>
              <c:pt idx="39">
                <c:v>117</c:v>
              </c:pt>
              <c:pt idx="40">
                <c:v>120</c:v>
              </c:pt>
              <c:pt idx="41">
                <c:v>123</c:v>
              </c:pt>
              <c:pt idx="42">
                <c:v>126</c:v>
              </c:pt>
              <c:pt idx="43">
                <c:v>129</c:v>
              </c:pt>
              <c:pt idx="44">
                <c:v>132</c:v>
              </c:pt>
              <c:pt idx="45">
                <c:v>135</c:v>
              </c:pt>
              <c:pt idx="46">
                <c:v>138</c:v>
              </c:pt>
              <c:pt idx="47">
                <c:v>141</c:v>
              </c:pt>
              <c:pt idx="48">
                <c:v>144</c:v>
              </c:pt>
              <c:pt idx="49">
                <c:v>147</c:v>
              </c:pt>
              <c:pt idx="50">
                <c:v>150</c:v>
              </c:pt>
              <c:pt idx="51">
                <c:v>153</c:v>
              </c:pt>
              <c:pt idx="52">
                <c:v>156</c:v>
              </c:pt>
              <c:pt idx="53">
                <c:v>159</c:v>
              </c:pt>
              <c:pt idx="54">
                <c:v>162</c:v>
              </c:pt>
              <c:pt idx="55">
                <c:v>165</c:v>
              </c:pt>
              <c:pt idx="56">
                <c:v>168</c:v>
              </c:pt>
              <c:pt idx="57">
                <c:v>171</c:v>
              </c:pt>
              <c:pt idx="58">
                <c:v>174</c:v>
              </c:pt>
              <c:pt idx="59">
                <c:v>177</c:v>
              </c:pt>
              <c:pt idx="60">
                <c:v>180</c:v>
              </c:pt>
            </c:numLit>
          </c:xVal>
          <c:yVal>
            <c:numLit>
              <c:formatCode>0.00</c:formatCode>
              <c:ptCount val="61"/>
              <c:pt idx="0">
                <c:v>1.0000000000000004</c:v>
              </c:pt>
              <c:pt idx="1">
                <c:v>0.9997475068670034</c:v>
              </c:pt>
              <c:pt idx="2">
                <c:v>0.9989907946691869</c:v>
              </c:pt>
              <c:pt idx="3">
                <c:v>0.9977321590786538</c:v>
              </c:pt>
              <c:pt idx="4">
                <c:v>0.9959754065323531</c:v>
              </c:pt>
              <c:pt idx="5">
                <c:v>0.9937258250136651</c:v>
              </c:pt>
              <c:pt idx="6">
                <c:v>0.9909901437516666</c:v>
              </c:pt>
              <c:pt idx="7">
                <c:v>0.9877764824252614</c:v>
              </c:pt>
              <c:pt idx="8">
                <c:v>0.9840942906023503</c:v>
              </c:pt>
              <c:pt idx="9">
                <c:v>0.9799542782699177</c:v>
              </c:pt>
              <c:pt idx="10">
                <c:v>0.9753683384167359</c:v>
              </c:pt>
              <c:pt idx="11">
                <c:v>0.9703494627146345</c:v>
              </c:pt>
              <c:pt idx="12">
                <c:v>0.964911651405666</c:v>
              </c:pt>
              <c:pt idx="13">
                <c:v>0.9590698185407998</c:v>
              </c:pt>
              <c:pt idx="14">
                <c:v>0.9528396937312056</c:v>
              </c:pt>
              <c:pt idx="15">
                <c:v>0.9462377215667083</c:v>
              </c:pt>
              <c:pt idx="16">
                <c:v>0.9392809598291891</c:v>
              </c:pt>
              <c:pt idx="17">
                <c:v>0.9319869775834284</c:v>
              </c:pt>
              <c:pt idx="18">
                <c:v>0.9243737541666055</c:v>
              </c:pt>
              <c:pt idx="19">
                <c:v>0.9164595800228517</c:v>
              </c:pt>
              <c:pt idx="20">
                <c:v>0.9082629602436871</c:v>
              </c:pt>
              <c:pt idx="21">
                <c:v>0.899802521581605</c:v>
              </c:pt>
              <c:pt idx="22">
                <c:v>0.8910969236051391</c:v>
              </c:pt>
              <c:pt idx="23">
                <c:v>0.8821647745621137</c:v>
              </c:pt>
              <c:pt idx="24">
                <c:v>0.873024552415694</c:v>
              </c:pt>
              <c:pt idx="25">
                <c:v>0.8636945314175106</c:v>
              </c:pt>
              <c:pt idx="26">
                <c:v>0.8541927144852813</c:v>
              </c:pt>
              <c:pt idx="27">
                <c:v>0.8445367715606066</c:v>
              </c:pt>
              <c:pt idx="28">
                <c:v>0.8347439840370847</c:v>
              </c:pt>
              <c:pt idx="29">
                <c:v>0.8248311952706204</c:v>
              </c:pt>
              <c:pt idx="30">
                <c:v>0.8148147671132907</c:v>
              </c:pt>
              <c:pt idx="31">
                <c:v>0.8047105423499036</c:v>
              </c:pt>
              <c:pt idx="32">
                <c:v>0.7945338128624563</c:v>
              </c:pt>
              <c:pt idx="33">
                <c:v>0.784299293302083</c:v>
              </c:pt>
              <c:pt idx="34">
                <c:v>0.7740211000105576</c:v>
              </c:pt>
              <c:pt idx="35">
                <c:v>0.7637127349035421</c:v>
              </c:pt>
              <c:pt idx="36">
                <c:v>0.7533870740051808</c:v>
              </c:pt>
              <c:pt idx="37">
                <c:v>0.7430563603076749</c:v>
              </c:pt>
              <c:pt idx="38">
                <c:v>0.732732200619599</c:v>
              </c:pt>
              <c:pt idx="39">
                <c:v>0.722425566062271</c:v>
              </c:pt>
              <c:pt idx="40">
                <c:v>0.7121467958738128</c:v>
              </c:pt>
              <c:pt idx="41">
                <c:v>0.7019056041850108</c:v>
              </c:pt>
              <c:pt idx="42">
                <c:v>0.691711089439058</c:v>
              </c:pt>
              <c:pt idx="43">
                <c:v>0.6815717461381874</c:v>
              </c:pt>
              <c:pt idx="44">
                <c:v>0.6714954786134505</c:v>
              </c:pt>
              <c:pt idx="45">
                <c:v>0.6614896165290399</c:v>
              </c:pt>
              <c:pt idx="46">
                <c:v>0.6515609318490602</c:v>
              </c:pt>
              <c:pt idx="47">
                <c:v>0.6417156570121264</c:v>
              </c:pt>
              <c:pt idx="48">
                <c:v>0.6319595040772407</c:v>
              </c:pt>
              <c:pt idx="49">
                <c:v>0.6222976846227586</c:v>
              </c:pt>
              <c:pt idx="50">
                <c:v>0.612734930198574</c:v>
              </c:pt>
              <c:pt idx="51">
                <c:v>0.6032755131497677</c:v>
              </c:pt>
              <c:pt idx="52">
                <c:v>0.5939232676476245</c:v>
              </c:pt>
              <c:pt idx="53">
                <c:v>0.5846816107809706</c:v>
              </c:pt>
              <c:pt idx="54">
                <c:v>0.5755535635771627</c:v>
              </c:pt>
              <c:pt idx="55">
                <c:v>0.5665417718375548</c:v>
              </c:pt>
              <c:pt idx="56">
                <c:v>0.5576485266869388</c:v>
              </c:pt>
              <c:pt idx="57">
                <c:v>0.5488757847501541</c:v>
              </c:pt>
              <c:pt idx="58">
                <c:v>0.5402251878818269</c:v>
              </c:pt>
              <c:pt idx="59">
                <c:v>0.5316980823869922</c:v>
              </c:pt>
              <c:pt idx="60">
                <c:v>0.5232955376811795</c:v>
              </c:pt>
            </c:numLit>
          </c:yVal>
        </c:ser>
        <c:ser>
          <c:idx val="1"/>
          <c:order val="1"/>
          <c:tx>
            <c:v>B 零曲率线</c:v>
          </c:tx>
          <c:spPr>
            <a:ln xmlns:a="http://schemas.openxmlformats.org/drawingml/2006/main" w="28575">
              <a:solidFill>
                <a:srgbClr val="C95F42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3</c:v>
              </c:pt>
              <c:pt idx="2">
                <c:v>6</c:v>
              </c:pt>
              <c:pt idx="3">
                <c:v>9</c:v>
              </c:pt>
              <c:pt idx="4">
                <c:v>12</c:v>
              </c:pt>
              <c:pt idx="5">
                <c:v>15</c:v>
              </c:pt>
              <c:pt idx="6">
                <c:v>18</c:v>
              </c:pt>
              <c:pt idx="7">
                <c:v>21</c:v>
              </c:pt>
              <c:pt idx="8">
                <c:v>24</c:v>
              </c:pt>
              <c:pt idx="9">
                <c:v>27</c:v>
              </c:pt>
              <c:pt idx="10">
                <c:v>30</c:v>
              </c:pt>
              <c:pt idx="11">
                <c:v>33</c:v>
              </c:pt>
              <c:pt idx="12">
                <c:v>36</c:v>
              </c:pt>
              <c:pt idx="13">
                <c:v>39</c:v>
              </c:pt>
              <c:pt idx="14">
                <c:v>42</c:v>
              </c:pt>
              <c:pt idx="15">
                <c:v>45</c:v>
              </c:pt>
              <c:pt idx="16">
                <c:v>48</c:v>
              </c:pt>
              <c:pt idx="17">
                <c:v>51</c:v>
              </c:pt>
              <c:pt idx="18">
                <c:v>54</c:v>
              </c:pt>
              <c:pt idx="19">
                <c:v>57</c:v>
              </c:pt>
              <c:pt idx="20">
                <c:v>60</c:v>
              </c:pt>
              <c:pt idx="21">
                <c:v>63</c:v>
              </c:pt>
              <c:pt idx="22">
                <c:v>66</c:v>
              </c:pt>
              <c:pt idx="23">
                <c:v>69</c:v>
              </c:pt>
              <c:pt idx="24">
                <c:v>72</c:v>
              </c:pt>
              <c:pt idx="25">
                <c:v>75</c:v>
              </c:pt>
              <c:pt idx="26">
                <c:v>78</c:v>
              </c:pt>
              <c:pt idx="27">
                <c:v>81</c:v>
              </c:pt>
              <c:pt idx="28">
                <c:v>84</c:v>
              </c:pt>
              <c:pt idx="29">
                <c:v>87</c:v>
              </c:pt>
              <c:pt idx="30">
                <c:v>90</c:v>
              </c:pt>
              <c:pt idx="31">
                <c:v>93</c:v>
              </c:pt>
              <c:pt idx="32">
                <c:v>96</c:v>
              </c:pt>
              <c:pt idx="33">
                <c:v>99</c:v>
              </c:pt>
              <c:pt idx="34">
                <c:v>102</c:v>
              </c:pt>
              <c:pt idx="35">
                <c:v>105</c:v>
              </c:pt>
              <c:pt idx="36">
                <c:v>108</c:v>
              </c:pt>
              <c:pt idx="37">
                <c:v>111</c:v>
              </c:pt>
              <c:pt idx="38">
                <c:v>114</c:v>
              </c:pt>
              <c:pt idx="39">
                <c:v>117</c:v>
              </c:pt>
              <c:pt idx="40">
                <c:v>120</c:v>
              </c:pt>
              <c:pt idx="41">
                <c:v>123</c:v>
              </c:pt>
              <c:pt idx="42">
                <c:v>126</c:v>
              </c:pt>
              <c:pt idx="43">
                <c:v>129</c:v>
              </c:pt>
              <c:pt idx="44">
                <c:v>132</c:v>
              </c:pt>
              <c:pt idx="45">
                <c:v>135</c:v>
              </c:pt>
              <c:pt idx="46">
                <c:v>138</c:v>
              </c:pt>
              <c:pt idx="47">
                <c:v>141</c:v>
              </c:pt>
              <c:pt idx="48">
                <c:v>144</c:v>
              </c:pt>
              <c:pt idx="49">
                <c:v>147</c:v>
              </c:pt>
              <c:pt idx="50">
                <c:v>150</c:v>
              </c:pt>
              <c:pt idx="51">
                <c:v>153</c:v>
              </c:pt>
              <c:pt idx="52">
                <c:v>156</c:v>
              </c:pt>
              <c:pt idx="53">
                <c:v>159</c:v>
              </c:pt>
              <c:pt idx="54">
                <c:v>162</c:v>
              </c:pt>
              <c:pt idx="55">
                <c:v>165</c:v>
              </c:pt>
              <c:pt idx="56">
                <c:v>168</c:v>
              </c:pt>
              <c:pt idx="57">
                <c:v>171</c:v>
              </c:pt>
              <c:pt idx="58">
                <c:v>174</c:v>
              </c:pt>
              <c:pt idx="59">
                <c:v>177</c:v>
              </c:pt>
              <c:pt idx="60">
                <c:v>180</c:v>
              </c:pt>
            </c:numLit>
          </c:xVal>
          <c:yVal>
            <c:numLit>
              <c:formatCode>0.00</c:formatCode>
              <c:ptCount val="61"/>
              <c:pt idx="0">
                <c:v>1.0000000000000004</c:v>
              </c:pt>
              <c:pt idx="1">
                <c:v>0.9998732466566205</c:v>
              </c:pt>
              <c:pt idx="2">
                <c:v>0.9994932755101481</c:v>
              </c:pt>
              <c:pt idx="3">
                <c:v>0.9988609513293358</c:v>
              </c:pt>
              <c:pt idx="4">
                <c:v>0.9979777091464409</c:v>
              </c:pt>
              <c:pt idx="5">
                <c:v>0.9968455449712161</c:v>
              </c:pt>
              <c:pt idx="6">
                <c:v>0.995467002963375</c:v>
              </c:pt>
              <c:pt idx="7">
                <c:v>0.9938451592316131</c:v>
              </c:pt>
              <c:pt idx="8">
                <c:v>0.9919836024686405</c:v>
              </c:pt>
              <c:pt idx="9">
                <c:v>0.9898864116683597</c:v>
              </c:pt>
              <c:pt idx="10">
                <c:v>0.9875581312027002</c:v>
              </c:pt>
              <c:pt idx="11">
                <c:v>0.9850037435610768</c:v>
              </c:pt>
              <c:pt idx="12">
                <c:v>0.9822286400747461</c:v>
              </c:pt>
              <c:pt idx="13">
                <c:v>0.9792385899613009</c:v>
              </c:pt>
              <c:pt idx="14">
                <c:v>0.9760397080312458</c:v>
              </c:pt>
              <c:pt idx="15">
                <c:v>0.972638421399253</c:v>
              </c:pt>
              <c:pt idx="16">
                <c:v>0.9690414355376609</c:v>
              </c:pt>
              <c:pt idx="17">
                <c:v>0.9652556999995692</c:v>
              </c:pt>
              <c:pt idx="18">
                <c:v>0.9612883741240831</c:v>
              </c:pt>
              <c:pt idx="19">
                <c:v>0.957146793017501</c:v>
              </c:pt>
              <c:pt idx="20">
                <c:v>0.9528384340822954</c:v>
              </c:pt>
              <c:pt idx="21">
                <c:v>0.9483708843412435</c:v>
              </c:pt>
              <c:pt idx="22">
                <c:v>0.9437518087777973</c:v>
              </c:pt>
              <c:pt idx="23">
                <c:v>0.938988919886376</c:v>
              </c:pt>
              <c:pt idx="24">
                <c:v>0.9340899485983863</c:v>
              </c:pt>
              <c:pt idx="25">
                <c:v>0.9290626167219632</c:v>
              </c:pt>
              <c:pt idx="26">
                <c:v>0.9239146110062284</c:v>
              </c:pt>
              <c:pt idx="27">
                <c:v>0.9186535589146484</c:v>
              </c:pt>
              <c:pt idx="28">
                <c:v>0.9132870061672783</c:v>
              </c:pt>
              <c:pt idx="29">
                <c:v>0.9078223960884804</c:v>
              </c:pt>
              <c:pt idx="30">
                <c:v>0.9022670507754269</c:v>
              </c:pt>
              <c:pt idx="31">
                <c:v>0.8966281540833632</c:v>
              </c:pt>
              <c:pt idx="32">
                <c:v>0.8909127364063807</c:v>
              </c:pt>
              <c:pt idx="33">
                <c:v>0.8851276612173231</c:v>
              </c:pt>
              <c:pt idx="34">
                <c:v>0.8792796133174018</c:v>
              </c:pt>
              <c:pt idx="35">
                <c:v>0.8733750887350762</c:v>
              </c:pt>
              <c:pt idx="36">
                <c:v>0.8674203862046792</c:v>
              </c:pt>
              <c:pt idx="37">
                <c:v>0.8614216001480131</c:v>
              </c:pt>
              <c:pt idx="38">
                <c:v>0.8553846150765827</c:v>
              </c:pt>
              <c:pt idx="39">
                <c:v>0.8493151013281385</c:v>
              </c:pt>
              <c:pt idx="40">
                <c:v>0.8432185120486096</c:v>
              </c:pt>
              <c:pt idx="41">
                <c:v>0.8371000813291763</c:v>
              </c:pt>
              <c:pt idx="42">
                <c:v>0.8309648234080158</c:v>
              </c:pt>
              <c:pt idx="43">
                <c:v>0.8248175328470014</c:v>
              </c:pt>
              <c:pt idx="44">
                <c:v>0.8186627855952098</c:v>
              </c:pt>
              <c:pt idx="45">
                <c:v>0.8125049408533725</c:v>
              </c:pt>
              <c:pt idx="46">
                <c:v>0.8063481436562534</c:v>
              </c:pt>
              <c:pt idx="47">
                <c:v>0.8001963280932478</c:v>
              </c:pt>
              <c:pt idx="48">
                <c:v>0.7940532210911847</c:v>
              </c:pt>
              <c:pt idx="49">
                <c:v>0.7879223466872503</c:v>
              </c:pt>
              <c:pt idx="50">
                <c:v>0.781807030724104</c:v>
              </c:pt>
              <c:pt idx="51">
                <c:v>0.7757104059034932</c:v>
              </c:pt>
              <c:pt idx="52">
                <c:v>0.7696354171389964</c:v>
              </c:pt>
              <c:pt idx="53">
                <c:v>0.7635848271528243</c:v>
              </c:pt>
              <c:pt idx="54">
                <c:v>0.7575612222658696</c:v>
              </c:pt>
              <c:pt idx="55">
                <c:v>0.7515670183343763</c:v>
              </c:pt>
              <c:pt idx="56">
                <c:v>0.7456044667906534</c:v>
              </c:pt>
              <c:pt idx="57">
                <c:v>0.7396756607491805</c:v>
              </c:pt>
              <c:pt idx="58">
                <c:v>0.7337825411432023</c:v>
              </c:pt>
              <c:pt idx="59">
                <c:v>0.7279269028604952</c:v>
              </c:pt>
              <c:pt idx="60">
                <c:v>0.7221104008503606</c:v>
              </c:pt>
            </c:numLit>
          </c:yVal>
        </c:ser>
        <c:ser>
          <c:idx val="2"/>
          <c:order val="2"/>
          <c:tx>
            <c:v>C 零曲率交点</c:v>
          </c:tx>
          <c:spPr>
            <a:ln xmlns:a="http://schemas.openxmlformats.org/drawingml/2006/main" w="28575">
              <a:solidFill>
                <a:srgbClr val="27816E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3</c:v>
              </c:pt>
              <c:pt idx="2">
                <c:v>6</c:v>
              </c:pt>
              <c:pt idx="3">
                <c:v>9</c:v>
              </c:pt>
              <c:pt idx="4">
                <c:v>12</c:v>
              </c:pt>
              <c:pt idx="5">
                <c:v>15</c:v>
              </c:pt>
              <c:pt idx="6">
                <c:v>18</c:v>
              </c:pt>
              <c:pt idx="7">
                <c:v>21</c:v>
              </c:pt>
              <c:pt idx="8">
                <c:v>24</c:v>
              </c:pt>
              <c:pt idx="9">
                <c:v>27</c:v>
              </c:pt>
              <c:pt idx="10">
                <c:v>30</c:v>
              </c:pt>
              <c:pt idx="11">
                <c:v>33</c:v>
              </c:pt>
              <c:pt idx="12">
                <c:v>36</c:v>
              </c:pt>
              <c:pt idx="13">
                <c:v>39</c:v>
              </c:pt>
              <c:pt idx="14">
                <c:v>42</c:v>
              </c:pt>
              <c:pt idx="15">
                <c:v>45</c:v>
              </c:pt>
              <c:pt idx="16">
                <c:v>48</c:v>
              </c:pt>
              <c:pt idx="17">
                <c:v>51</c:v>
              </c:pt>
              <c:pt idx="18">
                <c:v>54</c:v>
              </c:pt>
              <c:pt idx="19">
                <c:v>57</c:v>
              </c:pt>
              <c:pt idx="20">
                <c:v>60</c:v>
              </c:pt>
              <c:pt idx="21">
                <c:v>63</c:v>
              </c:pt>
              <c:pt idx="22">
                <c:v>66</c:v>
              </c:pt>
              <c:pt idx="23">
                <c:v>69</c:v>
              </c:pt>
              <c:pt idx="24">
                <c:v>72</c:v>
              </c:pt>
              <c:pt idx="25">
                <c:v>75</c:v>
              </c:pt>
              <c:pt idx="26">
                <c:v>78</c:v>
              </c:pt>
              <c:pt idx="27">
                <c:v>81</c:v>
              </c:pt>
              <c:pt idx="28">
                <c:v>84</c:v>
              </c:pt>
              <c:pt idx="29">
                <c:v>87</c:v>
              </c:pt>
              <c:pt idx="30">
                <c:v>90</c:v>
              </c:pt>
              <c:pt idx="31">
                <c:v>93</c:v>
              </c:pt>
              <c:pt idx="32">
                <c:v>96</c:v>
              </c:pt>
              <c:pt idx="33">
                <c:v>99</c:v>
              </c:pt>
              <c:pt idx="34">
                <c:v>102</c:v>
              </c:pt>
              <c:pt idx="35">
                <c:v>105</c:v>
              </c:pt>
              <c:pt idx="36">
                <c:v>108</c:v>
              </c:pt>
              <c:pt idx="37">
                <c:v>111</c:v>
              </c:pt>
              <c:pt idx="38">
                <c:v>114</c:v>
              </c:pt>
              <c:pt idx="39">
                <c:v>117</c:v>
              </c:pt>
              <c:pt idx="40">
                <c:v>120</c:v>
              </c:pt>
              <c:pt idx="41">
                <c:v>123</c:v>
              </c:pt>
              <c:pt idx="42">
                <c:v>126</c:v>
              </c:pt>
              <c:pt idx="43">
                <c:v>129</c:v>
              </c:pt>
              <c:pt idx="44">
                <c:v>132</c:v>
              </c:pt>
              <c:pt idx="45">
                <c:v>135</c:v>
              </c:pt>
              <c:pt idx="46">
                <c:v>138</c:v>
              </c:pt>
              <c:pt idx="47">
                <c:v>141</c:v>
              </c:pt>
              <c:pt idx="48">
                <c:v>144</c:v>
              </c:pt>
              <c:pt idx="49">
                <c:v>147</c:v>
              </c:pt>
              <c:pt idx="50">
                <c:v>150</c:v>
              </c:pt>
              <c:pt idx="51">
                <c:v>153</c:v>
              </c:pt>
              <c:pt idx="52">
                <c:v>156</c:v>
              </c:pt>
              <c:pt idx="53">
                <c:v>159</c:v>
              </c:pt>
              <c:pt idx="54">
                <c:v>162</c:v>
              </c:pt>
              <c:pt idx="55">
                <c:v>165</c:v>
              </c:pt>
              <c:pt idx="56">
                <c:v>168</c:v>
              </c:pt>
              <c:pt idx="57">
                <c:v>171</c:v>
              </c:pt>
              <c:pt idx="58">
                <c:v>174</c:v>
              </c:pt>
              <c:pt idx="59">
                <c:v>177</c:v>
              </c:pt>
              <c:pt idx="60">
                <c:v>180</c:v>
              </c:pt>
            </c:numLit>
          </c:xVal>
          <c:yVal>
            <c:numLit>
              <c:formatCode>0.00</c:formatCode>
              <c:ptCount val="61"/>
              <c:pt idx="0">
                <c:v>1.0000000000000004</c:v>
              </c:pt>
              <c:pt idx="1">
                <c:v>0.9999990022607255</c:v>
              </c:pt>
              <c:pt idx="2">
                <c:v>0.9999960090931735</c:v>
              </c:pt>
              <c:pt idx="3">
                <c:v>0.9999910206481509</c:v>
              </c:pt>
              <c:pt idx="4">
                <c:v>0.9999840371769524</c:v>
              </c:pt>
              <c:pt idx="5">
                <c:v>0.9999750590312944</c:v>
              </c:pt>
              <c:pt idx="6">
                <c:v>0.999964086663215</c:v>
              </c:pt>
              <c:pt idx="7">
                <c:v>0.99995112062495</c:v>
              </c:pt>
              <c:pt idx="8">
                <c:v>0.999936161568776</c:v>
              </c:pt>
              <c:pt idx="9">
                <c:v>0.9999192102468328</c:v>
              </c:pt>
              <c:pt idx="10">
                <c:v>0.9999002675109132</c:v>
              </c:pt>
              <c:pt idx="11">
                <c:v>0.9998793343122263</c:v>
              </c:pt>
              <c:pt idx="12">
                <c:v>0.9998564117011344</c:v>
              </c:pt>
              <c:pt idx="13">
                <c:v>0.999831500826864</c:v>
              </c:pt>
              <c:pt idx="14">
                <c:v>0.9998046029371875</c:v>
              </c:pt>
              <c:pt idx="15">
                <c:v>0.9997757193780792</c:v>
              </c:pt>
              <c:pt idx="16">
                <c:v>0.9997448515933474</c:v>
              </c:pt>
              <c:pt idx="17">
                <c:v>0.9997120011242365</c:v>
              </c:pt>
              <c:pt idx="18">
                <c:v>0.9996771696090057</c:v>
              </c:pt>
              <c:pt idx="19">
                <c:v>0.9996403587824829</c:v>
              </c:pt>
              <c:pt idx="20">
                <c:v>0.9996015704755928</c:v>
              </c:pt>
              <c:pt idx="21">
                <c:v>0.9995608066148569</c:v>
              </c:pt>
              <c:pt idx="22">
                <c:v>0.999518069221877</c:v>
              </c:pt>
              <c:pt idx="23">
                <c:v>0.9994733604127849</c:v>
              </c:pt>
              <c:pt idx="24">
                <c:v>0.9994266823976781</c:v>
              </c:pt>
              <c:pt idx="25">
                <c:v>0.999378037480024</c:v>
              </c:pt>
              <c:pt idx="26">
                <c:v>0.9993274280560459</c:v>
              </c:pt>
              <c:pt idx="27">
                <c:v>0.9992748566140871</c:v>
              </c:pt>
              <c:pt idx="28">
                <c:v>0.9992203257339474</c:v>
              </c:pt>
              <c:pt idx="29">
                <c:v>0.9991638380862086</c:v>
              </c:pt>
              <c:pt idx="30">
                <c:v>0.9991053964315258</c:v>
              </c:pt>
              <c:pt idx="31">
                <c:v>0.9990450036199087</c:v>
              </c:pt>
              <c:pt idx="32">
                <c:v>0.9989826625899783</c:v>
              </c:pt>
              <c:pt idx="33">
                <c:v>0.9989183763682045</c:v>
              </c:pt>
              <c:pt idx="34">
                <c:v>0.9988521480681244</c:v>
              </c:pt>
              <c:pt idx="35">
                <c:v>0.9987839808895435</c:v>
              </c:pt>
              <c:pt idx="36">
                <c:v>0.9987138781177161</c:v>
              </c:pt>
              <c:pt idx="37">
                <c:v>0.9986418431225116</c:v>
              </c:pt>
              <c:pt idx="38">
                <c:v>0.9985678793575614</c:v>
              </c:pt>
              <c:pt idx="39">
                <c:v>0.9984919903593887</c:v>
              </c:pt>
              <c:pt idx="40">
                <c:v>0.9984141797465257</c:v>
              </c:pt>
              <c:pt idx="41">
                <c:v>0.9983344512186134</c:v>
              </c:pt>
              <c:pt idx="42">
                <c:v>0.9982528085554844</c:v>
              </c:pt>
              <c:pt idx="43">
                <c:v>0.9981692556162357</c:v>
              </c:pt>
              <c:pt idx="44">
                <c:v>0.998083796338285</c:v>
              </c:pt>
              <c:pt idx="45">
                <c:v>0.9979964347364153</c:v>
              </c:pt>
              <c:pt idx="46">
                <c:v>0.9979071749018061</c:v>
              </c:pt>
              <c:pt idx="47">
                <c:v>0.9978160210010509</c:v>
              </c:pt>
              <c:pt idx="48">
                <c:v>0.9977229772751686</c:v>
              </c:pt>
              <c:pt idx="49">
                <c:v>0.9976280480385971</c:v>
              </c:pt>
              <c:pt idx="50">
                <c:v>0.9975312376781825</c:v>
              </c:pt>
              <c:pt idx="51">
                <c:v>0.997432550652154</c:v>
              </c:pt>
              <c:pt idx="52">
                <c:v>0.997331991489093</c:v>
              </c:pt>
              <c:pt idx="53">
                <c:v>0.9972295647868924</c:v>
              </c:pt>
              <c:pt idx="54">
                <c:v>0.9971252752117061</c:v>
              </c:pt>
              <c:pt idx="55">
                <c:v>0.997019127496893</c:v>
              </c:pt>
              <c:pt idx="56">
                <c:v>0.9969111264419542</c:v>
              </c:pt>
              <c:pt idx="57">
                <c:v>0.9968012769114619</c:v>
              </c:pt>
              <c:pt idx="58">
                <c:v>0.9966895838339831</c:v>
              </c:pt>
              <c:pt idx="59">
                <c:v>0.9965760522009998</c:v>
              </c:pt>
              <c:pt idx="60">
                <c:v>0.9964606870658202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.5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F(t)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0.5"/>
        <c:majorUnit val="0.25"/>
      </c:valAx>
      <c:valAx>
        <c:axId val="48650112"/>
        <c:scaling>
          <c:orientation val="minMax"/>
          <c:max val="18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t（单位 ℏ/Jₓ）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6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同一中心波矢，不同初始宽度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σ=4a</c:v>
          </c:tx>
          <c:spPr>
            <a:ln xmlns:a="http://schemas.openxmlformats.org/drawingml/2006/main" w="28575">
              <a:solidFill>
                <a:srgbClr val="246B9A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6</c:v>
              </c:pt>
              <c:pt idx="2">
                <c:v>12</c:v>
              </c:pt>
              <c:pt idx="3">
                <c:v>18</c:v>
              </c:pt>
              <c:pt idx="4">
                <c:v>24</c:v>
              </c:pt>
              <c:pt idx="5">
                <c:v>30</c:v>
              </c:pt>
              <c:pt idx="6">
                <c:v>36</c:v>
              </c:pt>
              <c:pt idx="7">
                <c:v>42</c:v>
              </c:pt>
              <c:pt idx="8">
                <c:v>48</c:v>
              </c:pt>
              <c:pt idx="9">
                <c:v>54</c:v>
              </c:pt>
              <c:pt idx="10">
                <c:v>60</c:v>
              </c:pt>
              <c:pt idx="11">
                <c:v>66</c:v>
              </c:pt>
              <c:pt idx="12">
                <c:v>72</c:v>
              </c:pt>
              <c:pt idx="13">
                <c:v>78</c:v>
              </c:pt>
              <c:pt idx="14">
                <c:v>84</c:v>
              </c:pt>
              <c:pt idx="15">
                <c:v>90</c:v>
              </c:pt>
              <c:pt idx="16">
                <c:v>96</c:v>
              </c:pt>
              <c:pt idx="17">
                <c:v>102</c:v>
              </c:pt>
              <c:pt idx="18">
                <c:v>108</c:v>
              </c:pt>
              <c:pt idx="19">
                <c:v>114</c:v>
              </c:pt>
              <c:pt idx="20">
                <c:v>120</c:v>
              </c:pt>
              <c:pt idx="21">
                <c:v>126</c:v>
              </c:pt>
              <c:pt idx="22">
                <c:v>132</c:v>
              </c:pt>
              <c:pt idx="23">
                <c:v>138</c:v>
              </c:pt>
              <c:pt idx="24">
                <c:v>144</c:v>
              </c:pt>
              <c:pt idx="25">
                <c:v>150</c:v>
              </c:pt>
              <c:pt idx="26">
                <c:v>156</c:v>
              </c:pt>
              <c:pt idx="27">
                <c:v>162</c:v>
              </c:pt>
              <c:pt idx="28">
                <c:v>168</c:v>
              </c:pt>
              <c:pt idx="29">
                <c:v>174</c:v>
              </c:pt>
              <c:pt idx="30">
                <c:v>180</c:v>
              </c:pt>
              <c:pt idx="31">
                <c:v>186</c:v>
              </c:pt>
              <c:pt idx="32">
                <c:v>192</c:v>
              </c:pt>
              <c:pt idx="33">
                <c:v>198</c:v>
              </c:pt>
              <c:pt idx="34">
                <c:v>204</c:v>
              </c:pt>
              <c:pt idx="35">
                <c:v>210</c:v>
              </c:pt>
              <c:pt idx="36">
                <c:v>216</c:v>
              </c:pt>
              <c:pt idx="37">
                <c:v>222</c:v>
              </c:pt>
              <c:pt idx="38">
                <c:v>228</c:v>
              </c:pt>
              <c:pt idx="39">
                <c:v>234</c:v>
              </c:pt>
              <c:pt idx="40">
                <c:v>240</c:v>
              </c:pt>
              <c:pt idx="41">
                <c:v>246</c:v>
              </c:pt>
              <c:pt idx="42">
                <c:v>252</c:v>
              </c:pt>
              <c:pt idx="43">
                <c:v>258</c:v>
              </c:pt>
              <c:pt idx="44">
                <c:v>264</c:v>
              </c:pt>
              <c:pt idx="45">
                <c:v>270</c:v>
              </c:pt>
              <c:pt idx="46">
                <c:v>276</c:v>
              </c:pt>
              <c:pt idx="47">
                <c:v>282</c:v>
              </c:pt>
              <c:pt idx="48">
                <c:v>288</c:v>
              </c:pt>
              <c:pt idx="49">
                <c:v>294</c:v>
              </c:pt>
              <c:pt idx="50">
                <c:v>300</c:v>
              </c:pt>
              <c:pt idx="51">
                <c:v>306</c:v>
              </c:pt>
              <c:pt idx="52">
                <c:v>312</c:v>
              </c:pt>
              <c:pt idx="53">
                <c:v>318</c:v>
              </c:pt>
              <c:pt idx="54">
                <c:v>324</c:v>
              </c:pt>
              <c:pt idx="55">
                <c:v>330</c:v>
              </c:pt>
              <c:pt idx="56">
                <c:v>336</c:v>
              </c:pt>
              <c:pt idx="57">
                <c:v>342</c:v>
              </c:pt>
              <c:pt idx="58">
                <c:v>348</c:v>
              </c:pt>
              <c:pt idx="59">
                <c:v>354</c:v>
              </c:pt>
              <c:pt idx="60">
                <c:v>360</c:v>
              </c:pt>
            </c:numLit>
          </c:xVal>
          <c:yVal>
            <c:numLit>
              <c:formatCode>0.00</c:formatCode>
              <c:ptCount val="61"/>
              <c:pt idx="0">
                <c:v>1</c:v>
              </c:pt>
              <c:pt idx="1">
                <c:v>0.9999549412202737</c:v>
              </c:pt>
              <c:pt idx="2">
                <c:v>0.9998198660047518</c:v>
              </c:pt>
              <c:pt idx="3">
                <c:v>0.9995950764862345</c:v>
              </c:pt>
              <c:pt idx="4">
                <c:v>0.9992810721322198</c:v>
              </c:pt>
              <c:pt idx="5">
                <c:v>0.9988785437518164</c:v>
              </c:pt>
              <c:pt idx="6">
                <c:v>0.9983883653714842</c:v>
              </c:pt>
              <c:pt idx="7">
                <c:v>0.9978115842251373</c:v>
              </c:pt>
              <c:pt idx="8">
                <c:v>0.9971494091475426</c:v>
              </c:pt>
              <c:pt idx="9">
                <c:v>0.996403197687295</c:v>
              </c:pt>
              <c:pt idx="10">
                <c:v>0.9955744422670363</c:v>
              </c:pt>
              <c:pt idx="11">
                <c:v>0.9946647557152455</c:v>
              </c:pt>
              <c:pt idx="12">
                <c:v>0.9936758564781132</c:v>
              </c:pt>
              <c:pt idx="13">
                <c:v>0.9926095537943866</c:v>
              </c:pt>
              <c:pt idx="14">
                <c:v>0.9914677330835959</c:v>
              </c:pt>
              <c:pt idx="15">
                <c:v>0.9902523417614528</c:v>
              </c:pt>
              <c:pt idx="16">
                <c:v>0.9889653756580395</c:v>
              </c:pt>
              <c:pt idx="17">
                <c:v>0.9876088661766036</c:v>
              </c:pt>
              <c:pt idx="18">
                <c:v>0.9861848682949738</c:v>
              </c:pt>
              <c:pt idx="19">
                <c:v>0.9846954494789377</c:v>
              </c:pt>
              <c:pt idx="20">
                <c:v>0.9831426795479294</c:v>
              </c:pt>
              <c:pt idx="21">
                <c:v>0.9815286215085398</c:v>
              </c:pt>
              <c:pt idx="22">
                <c:v>0.9798553233506037</c:v>
              </c:pt>
              <c:pt idx="23">
                <c:v>0.978124810783867</c:v>
              </c:pt>
              <c:pt idx="24">
                <c:v>0.976339080880126</c:v>
              </c:pt>
              <c:pt idx="25">
                <c:v>0.9745000965759619</c:v>
              </c:pt>
              <c:pt idx="26">
                <c:v>0.9726097819842803</c:v>
              </c:pt>
              <c:pt idx="27">
                <c:v>0.970670018458401</c:v>
              </c:pt>
              <c:pt idx="28">
                <c:v>0.9686826413500523</c:v>
              </c:pt>
              <c:pt idx="29">
                <c:v>0.9666494374018608</c:v>
              </c:pt>
              <c:pt idx="30">
                <c:v>0.9645721427154997</c:v>
              </c:pt>
              <c:pt idx="31">
                <c:v>0.9624524412382525</c:v>
              </c:pt>
              <c:pt idx="32">
                <c:v>0.9602919637130509</c:v>
              </c:pt>
              <c:pt idx="33">
                <c:v>0.9580922870399533</c:v>
              </c:pt>
              <c:pt idx="34">
                <c:v>0.9558549340002199</c:v>
              </c:pt>
              <c:pt idx="35">
                <c:v>0.9535813732975881</c:v>
              </c:pt>
              <c:pt idx="36">
                <c:v>0.9512730198748476</c:v>
              </c:pt>
              <c:pt idx="37">
                <c:v>0.9489312354673551</c:v>
              </c:pt>
              <c:pt idx="38">
                <c:v>0.9465573293585391</c:v>
              </c:pt>
              <c:pt idx="39">
                <c:v>0.9441525593057882</c:v>
              </c:pt>
              <c:pt idx="40">
                <c:v>0.941718132608263</c:v>
              </c:pt>
              <c:pt idx="41">
                <c:v>0.9392552072911513</c:v>
              </c:pt>
              <c:pt idx="42">
                <c:v>0.9367648933836659</c:v>
              </c:pt>
              <c:pt idx="43">
                <c:v>0.9342482542706608</c:v>
              </c:pt>
              <c:pt idx="44">
                <c:v>0.9317063081001093</c:v>
              </c:pt>
              <c:pt idx="45">
                <c:v>0.929140029230855</c:v>
              </c:pt>
              <c:pt idx="46">
                <c:v>0.9265503497070272</c:v>
              </c:pt>
              <c:pt idx="47">
                <c:v>0.9239381607472948</c:v>
              </c:pt>
              <c:pt idx="48">
                <c:v>0.9213043142387424</c:v>
              </c:pt>
              <c:pt idx="49">
                <c:v>0.9186496242266127</c:v>
              </c:pt>
              <c:pt idx="50">
                <c:v>0.9159748683924398</c:v>
              </c:pt>
              <c:pt idx="51">
                <c:v>0.9132807895142661</c:v>
              </c:pt>
              <c:pt idx="52">
                <c:v>0.9105680969036579</c:v>
              </c:pt>
              <c:pt idx="53">
                <c:v>0.9078374678151367</c:v>
              </c:pt>
              <c:pt idx="54">
                <c:v>0.9050895488244546</c:v>
              </c:pt>
              <c:pt idx="55">
                <c:v>0.9023249571728429</c:v>
              </c:pt>
              <c:pt idx="56">
                <c:v>0.8995442820749793</c:v>
              </c:pt>
              <c:pt idx="57">
                <c:v>0.8967480859889567</c:v>
              </c:pt>
              <c:pt idx="58">
                <c:v>0.8939369058470098</c:v>
              </c:pt>
              <c:pt idx="59">
                <c:v>0.8911112542461546</c:v>
              </c:pt>
              <c:pt idx="60">
                <c:v>0.8882716205982519</c:v>
              </c:pt>
            </c:numLit>
          </c:yVal>
        </c:ser>
        <c:ser>
          <c:idx val="1"/>
          <c:order val="1"/>
          <c:tx>
            <c:v>σ=6a</c:v>
          </c:tx>
          <c:spPr>
            <a:ln xmlns:a="http://schemas.openxmlformats.org/drawingml/2006/main" w="28575">
              <a:solidFill>
                <a:srgbClr val="C95F42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6</c:v>
              </c:pt>
              <c:pt idx="2">
                <c:v>12</c:v>
              </c:pt>
              <c:pt idx="3">
                <c:v>18</c:v>
              </c:pt>
              <c:pt idx="4">
                <c:v>24</c:v>
              </c:pt>
              <c:pt idx="5">
                <c:v>30</c:v>
              </c:pt>
              <c:pt idx="6">
                <c:v>36</c:v>
              </c:pt>
              <c:pt idx="7">
                <c:v>42</c:v>
              </c:pt>
              <c:pt idx="8">
                <c:v>48</c:v>
              </c:pt>
              <c:pt idx="9">
                <c:v>54</c:v>
              </c:pt>
              <c:pt idx="10">
                <c:v>60</c:v>
              </c:pt>
              <c:pt idx="11">
                <c:v>66</c:v>
              </c:pt>
              <c:pt idx="12">
                <c:v>72</c:v>
              </c:pt>
              <c:pt idx="13">
                <c:v>78</c:v>
              </c:pt>
              <c:pt idx="14">
                <c:v>84</c:v>
              </c:pt>
              <c:pt idx="15">
                <c:v>90</c:v>
              </c:pt>
              <c:pt idx="16">
                <c:v>96</c:v>
              </c:pt>
              <c:pt idx="17">
                <c:v>102</c:v>
              </c:pt>
              <c:pt idx="18">
                <c:v>108</c:v>
              </c:pt>
              <c:pt idx="19">
                <c:v>114</c:v>
              </c:pt>
              <c:pt idx="20">
                <c:v>120</c:v>
              </c:pt>
              <c:pt idx="21">
                <c:v>126</c:v>
              </c:pt>
              <c:pt idx="22">
                <c:v>132</c:v>
              </c:pt>
              <c:pt idx="23">
                <c:v>138</c:v>
              </c:pt>
              <c:pt idx="24">
                <c:v>144</c:v>
              </c:pt>
              <c:pt idx="25">
                <c:v>150</c:v>
              </c:pt>
              <c:pt idx="26">
                <c:v>156</c:v>
              </c:pt>
              <c:pt idx="27">
                <c:v>162</c:v>
              </c:pt>
              <c:pt idx="28">
                <c:v>168</c:v>
              </c:pt>
              <c:pt idx="29">
                <c:v>174</c:v>
              </c:pt>
              <c:pt idx="30">
                <c:v>180</c:v>
              </c:pt>
              <c:pt idx="31">
                <c:v>186</c:v>
              </c:pt>
              <c:pt idx="32">
                <c:v>192</c:v>
              </c:pt>
              <c:pt idx="33">
                <c:v>198</c:v>
              </c:pt>
              <c:pt idx="34">
                <c:v>204</c:v>
              </c:pt>
              <c:pt idx="35">
                <c:v>210</c:v>
              </c:pt>
              <c:pt idx="36">
                <c:v>216</c:v>
              </c:pt>
              <c:pt idx="37">
                <c:v>222</c:v>
              </c:pt>
              <c:pt idx="38">
                <c:v>228</c:v>
              </c:pt>
              <c:pt idx="39">
                <c:v>234</c:v>
              </c:pt>
              <c:pt idx="40">
                <c:v>240</c:v>
              </c:pt>
              <c:pt idx="41">
                <c:v>246</c:v>
              </c:pt>
              <c:pt idx="42">
                <c:v>252</c:v>
              </c:pt>
              <c:pt idx="43">
                <c:v>258</c:v>
              </c:pt>
              <c:pt idx="44">
                <c:v>264</c:v>
              </c:pt>
              <c:pt idx="45">
                <c:v>270</c:v>
              </c:pt>
              <c:pt idx="46">
                <c:v>276</c:v>
              </c:pt>
              <c:pt idx="47">
                <c:v>282</c:v>
              </c:pt>
              <c:pt idx="48">
                <c:v>288</c:v>
              </c:pt>
              <c:pt idx="49">
                <c:v>294</c:v>
              </c:pt>
              <c:pt idx="50">
                <c:v>300</c:v>
              </c:pt>
              <c:pt idx="51">
                <c:v>306</c:v>
              </c:pt>
              <c:pt idx="52">
                <c:v>312</c:v>
              </c:pt>
              <c:pt idx="53">
                <c:v>318</c:v>
              </c:pt>
              <c:pt idx="54">
                <c:v>324</c:v>
              </c:pt>
              <c:pt idx="55">
                <c:v>330</c:v>
              </c:pt>
              <c:pt idx="56">
                <c:v>336</c:v>
              </c:pt>
              <c:pt idx="57">
                <c:v>342</c:v>
              </c:pt>
              <c:pt idx="58">
                <c:v>348</c:v>
              </c:pt>
              <c:pt idx="59">
                <c:v>354</c:v>
              </c:pt>
              <c:pt idx="60">
                <c:v>360</c:v>
              </c:pt>
            </c:numLit>
          </c:xVal>
          <c:yVal>
            <c:numLit>
              <c:formatCode>0.00</c:formatCode>
              <c:ptCount val="61"/>
              <c:pt idx="0">
                <c:v>1.0000000000000009</c:v>
              </c:pt>
              <c:pt idx="1">
                <c:v>0.9999960090931747</c:v>
              </c:pt>
              <c:pt idx="2">
                <c:v>0.9999840371769533</c:v>
              </c:pt>
              <c:pt idx="3">
                <c:v>0.9999640866632161</c:v>
              </c:pt>
              <c:pt idx="4">
                <c:v>0.9999361615687768</c:v>
              </c:pt>
              <c:pt idx="5">
                <c:v>0.9999002675109139</c:v>
              </c:pt>
              <c:pt idx="6">
                <c:v>0.999856411701135</c:v>
              </c:pt>
              <c:pt idx="7">
                <c:v>0.999804602937188</c:v>
              </c:pt>
              <c:pt idx="8">
                <c:v>0.9997448515933482</c:v>
              </c:pt>
              <c:pt idx="9">
                <c:v>0.9996771696090065</c:v>
              </c:pt>
              <c:pt idx="10">
                <c:v>0.9996015704755935</c:v>
              </c:pt>
              <c:pt idx="11">
                <c:v>0.999518069221877</c:v>
              </c:pt>
              <c:pt idx="12">
                <c:v>0.999426682397679</c:v>
              </c:pt>
              <c:pt idx="13">
                <c:v>0.9993274280560468</c:v>
              </c:pt>
              <c:pt idx="14">
                <c:v>0.9992203257339487</c:v>
              </c:pt>
              <c:pt idx="15">
                <c:v>0.9991053964315263</c:v>
              </c:pt>
              <c:pt idx="16">
                <c:v>0.9989826625899789</c:v>
              </c:pt>
              <c:pt idx="17">
                <c:v>0.9988521480681253</c:v>
              </c:pt>
              <c:pt idx="18">
                <c:v>0.998713878117717</c:v>
              </c:pt>
              <c:pt idx="19">
                <c:v>0.9985678793575623</c:v>
              </c:pt>
              <c:pt idx="20">
                <c:v>0.9984141797465266</c:v>
              </c:pt>
              <c:pt idx="21">
                <c:v>0.9982528085554848</c:v>
              </c:pt>
              <c:pt idx="22">
                <c:v>0.9980837963382859</c:v>
              </c:pt>
              <c:pt idx="23">
                <c:v>0.9979071749018068</c:v>
              </c:pt>
              <c:pt idx="24">
                <c:v>0.9977229772751695</c:v>
              </c:pt>
              <c:pt idx="25">
                <c:v>0.997531237678183</c:v>
              </c:pt>
              <c:pt idx="26">
                <c:v>0.9973319914890939</c:v>
              </c:pt>
              <c:pt idx="27">
                <c:v>0.997125275211707</c:v>
              </c:pt>
              <c:pt idx="28">
                <c:v>0.9969111264419551</c:v>
              </c:pt>
              <c:pt idx="29">
                <c:v>0.996689583833984</c:v>
              </c:pt>
              <c:pt idx="30">
                <c:v>0.9964606870658214</c:v>
              </c:pt>
              <c:pt idx="31">
                <c:v>0.9962244768047</c:v>
              </c:pt>
              <c:pt idx="32">
                <c:v>0.9959809946721034</c:v>
              </c:pt>
              <c:pt idx="33">
                <c:v>0.9957302832085924</c:v>
              </c:pt>
              <c:pt idx="34">
                <c:v>0.995472385838483</c:v>
              </c:pt>
              <c:pt idx="35">
                <c:v>0.995207346834436</c:v>
              </c:pt>
              <c:pt idx="36">
                <c:v>0.9949352112820102</c:v>
              </c:pt>
              <c:pt idx="37">
                <c:v>0.9946560250442481</c:v>
              </c:pt>
              <c:pt idx="38">
                <c:v>0.994369834726339</c:v>
              </c:pt>
              <c:pt idx="39">
                <c:v>0.994076687640416</c:v>
              </c:pt>
              <c:pt idx="40">
                <c:v>0.9937766317705407</c:v>
              </c:pt>
              <c:pt idx="41">
                <c:v>0.9934697157379128</c:v>
              </c:pt>
              <c:pt idx="42">
                <c:v>0.9931559887663632</c:v>
              </c:pt>
              <c:pt idx="43">
                <c:v>0.9928355006481611</c:v>
              </c:pt>
              <c:pt idx="44">
                <c:v>0.9925083017101817</c:v>
              </c:pt>
              <c:pt idx="45">
                <c:v>0.9921744427804753</c:v>
              </c:pt>
              <c:pt idx="46">
                <c:v>0.9918339751552586</c:v>
              </c:pt>
              <c:pt idx="47">
                <c:v>0.9914869505663817</c:v>
              </c:pt>
              <c:pt idx="48">
                <c:v>0.9911334211492805</c:v>
              </c:pt>
              <c:pt idx="49">
                <c:v>0.9907734394114569</c:v>
              </c:pt>
              <c:pt idx="50">
                <c:v>0.9904070582015048</c:v>
              </c:pt>
              <c:pt idx="51">
                <c:v>0.990034330678704</c:v>
              </c:pt>
              <c:pt idx="52">
                <c:v>0.9896553102832114</c:v>
              </c:pt>
              <c:pt idx="53">
                <c:v>0.9892700507068585</c:v>
              </c:pt>
              <c:pt idx="54">
                <c:v>0.9888786058645733</c:v>
              </c:pt>
              <c:pt idx="55">
                <c:v>0.9884810298664475</c:v>
              </c:pt>
              <c:pt idx="56">
                <c:v>0.9880773769904554</c:v>
              </c:pt>
              <c:pt idx="57">
                <c:v>0.987667701655836</c:v>
              </c:pt>
              <c:pt idx="58">
                <c:v>0.9872520583971489</c:v>
              </c:pt>
              <c:pt idx="59">
                <c:v>0.9868305018390102</c:v>
              </c:pt>
              <c:pt idx="60">
                <c:v>0.9864030866715133</c:v>
              </c:pt>
            </c:numLit>
          </c:yVal>
        </c:ser>
        <c:ser>
          <c:idx val="2"/>
          <c:order val="2"/>
          <c:tx>
            <c:v>σ=8a</c:v>
          </c:tx>
          <c:spPr>
            <a:ln xmlns:a="http://schemas.openxmlformats.org/drawingml/2006/main" w="28575">
              <a:solidFill>
                <a:srgbClr val="27816E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6</c:v>
              </c:pt>
              <c:pt idx="2">
                <c:v>12</c:v>
              </c:pt>
              <c:pt idx="3">
                <c:v>18</c:v>
              </c:pt>
              <c:pt idx="4">
                <c:v>24</c:v>
              </c:pt>
              <c:pt idx="5">
                <c:v>30</c:v>
              </c:pt>
              <c:pt idx="6">
                <c:v>36</c:v>
              </c:pt>
              <c:pt idx="7">
                <c:v>42</c:v>
              </c:pt>
              <c:pt idx="8">
                <c:v>48</c:v>
              </c:pt>
              <c:pt idx="9">
                <c:v>54</c:v>
              </c:pt>
              <c:pt idx="10">
                <c:v>60</c:v>
              </c:pt>
              <c:pt idx="11">
                <c:v>66</c:v>
              </c:pt>
              <c:pt idx="12">
                <c:v>72</c:v>
              </c:pt>
              <c:pt idx="13">
                <c:v>78</c:v>
              </c:pt>
              <c:pt idx="14">
                <c:v>84</c:v>
              </c:pt>
              <c:pt idx="15">
                <c:v>90</c:v>
              </c:pt>
              <c:pt idx="16">
                <c:v>96</c:v>
              </c:pt>
              <c:pt idx="17">
                <c:v>102</c:v>
              </c:pt>
              <c:pt idx="18">
                <c:v>108</c:v>
              </c:pt>
              <c:pt idx="19">
                <c:v>114</c:v>
              </c:pt>
              <c:pt idx="20">
                <c:v>120</c:v>
              </c:pt>
              <c:pt idx="21">
                <c:v>126</c:v>
              </c:pt>
              <c:pt idx="22">
                <c:v>132</c:v>
              </c:pt>
              <c:pt idx="23">
                <c:v>138</c:v>
              </c:pt>
              <c:pt idx="24">
                <c:v>144</c:v>
              </c:pt>
              <c:pt idx="25">
                <c:v>150</c:v>
              </c:pt>
              <c:pt idx="26">
                <c:v>156</c:v>
              </c:pt>
              <c:pt idx="27">
                <c:v>162</c:v>
              </c:pt>
              <c:pt idx="28">
                <c:v>168</c:v>
              </c:pt>
              <c:pt idx="29">
                <c:v>174</c:v>
              </c:pt>
              <c:pt idx="30">
                <c:v>180</c:v>
              </c:pt>
              <c:pt idx="31">
                <c:v>186</c:v>
              </c:pt>
              <c:pt idx="32">
                <c:v>192</c:v>
              </c:pt>
              <c:pt idx="33">
                <c:v>198</c:v>
              </c:pt>
              <c:pt idx="34">
                <c:v>204</c:v>
              </c:pt>
              <c:pt idx="35">
                <c:v>210</c:v>
              </c:pt>
              <c:pt idx="36">
                <c:v>216</c:v>
              </c:pt>
              <c:pt idx="37">
                <c:v>222</c:v>
              </c:pt>
              <c:pt idx="38">
                <c:v>228</c:v>
              </c:pt>
              <c:pt idx="39">
                <c:v>234</c:v>
              </c:pt>
              <c:pt idx="40">
                <c:v>240</c:v>
              </c:pt>
              <c:pt idx="41">
                <c:v>246</c:v>
              </c:pt>
              <c:pt idx="42">
                <c:v>252</c:v>
              </c:pt>
              <c:pt idx="43">
                <c:v>258</c:v>
              </c:pt>
              <c:pt idx="44">
                <c:v>264</c:v>
              </c:pt>
              <c:pt idx="45">
                <c:v>270</c:v>
              </c:pt>
              <c:pt idx="46">
                <c:v>276</c:v>
              </c:pt>
              <c:pt idx="47">
                <c:v>282</c:v>
              </c:pt>
              <c:pt idx="48">
                <c:v>288</c:v>
              </c:pt>
              <c:pt idx="49">
                <c:v>294</c:v>
              </c:pt>
              <c:pt idx="50">
                <c:v>300</c:v>
              </c:pt>
              <c:pt idx="51">
                <c:v>306</c:v>
              </c:pt>
              <c:pt idx="52">
                <c:v>312</c:v>
              </c:pt>
              <c:pt idx="53">
                <c:v>318</c:v>
              </c:pt>
              <c:pt idx="54">
                <c:v>324</c:v>
              </c:pt>
              <c:pt idx="55">
                <c:v>330</c:v>
              </c:pt>
              <c:pt idx="56">
                <c:v>336</c:v>
              </c:pt>
              <c:pt idx="57">
                <c:v>342</c:v>
              </c:pt>
              <c:pt idx="58">
                <c:v>348</c:v>
              </c:pt>
              <c:pt idx="59">
                <c:v>354</c:v>
              </c:pt>
              <c:pt idx="60">
                <c:v>360</c:v>
              </c:pt>
            </c:numLit>
          </c:xVal>
          <c:yVal>
            <c:numLit>
              <c:formatCode>0.00</c:formatCode>
              <c:ptCount val="61"/>
              <c:pt idx="0">
                <c:v>1.0000000000000009</c:v>
              </c:pt>
              <c:pt idx="1">
                <c:v>0.9999992875343832</c:v>
              </c:pt>
              <c:pt idx="2">
                <c:v>0.9999971501632756</c:v>
              </c:pt>
              <c:pt idx="3">
                <c:v>0.9999935879639078</c:v>
              </c:pt>
              <c:pt idx="4">
                <c:v>0.9999886010649787</c:v>
              </c:pt>
              <c:pt idx="5">
                <c:v>0.999982189646632</c:v>
              </c:pt>
              <c:pt idx="6">
                <c:v>0.9999743539404169</c:v>
              </c:pt>
              <c:pt idx="7">
                <c:v>0.9999650942292451</c:v>
              </c:pt>
              <c:pt idx="8">
                <c:v>0.9999544108473322</c:v>
              </c:pt>
              <c:pt idx="9">
                <c:v>0.9999423041801313</c:v>
              </c:pt>
              <c:pt idx="10">
                <c:v>0.9999287746642564</c:v>
              </c:pt>
              <c:pt idx="11">
                <c:v>0.9999138227873939</c:v>
              </c:pt>
              <c:pt idx="12">
                <c:v>0.9998974490882062</c:v>
              </c:pt>
              <c:pt idx="13">
                <c:v>0.9998796541562249</c:v>
              </c:pt>
              <c:pt idx="14">
                <c:v>0.9998604386317315</c:v>
              </c:pt>
              <c:pt idx="15">
                <c:v>0.9998398032056325</c:v>
              </c:pt>
              <c:pt idx="16">
                <c:v>0.9998177486193206</c:v>
              </c:pt>
              <c:pt idx="17">
                <c:v>0.9997942756645276</c:v>
              </c:pt>
              <c:pt idx="18">
                <c:v>0.9997693851831692</c:v>
              </c:pt>
              <c:pt idx="19">
                <c:v>0.9997430780671763</c:v>
              </c:pt>
              <c:pt idx="20">
                <c:v>0.9997153552583224</c:v>
              </c:pt>
              <c:pt idx="21">
                <c:v>0.9996862177480352</c:v>
              </c:pt>
              <c:pt idx="22">
                <c:v>0.9996556665772043</c:v>
              </c:pt>
              <c:pt idx="23">
                <c:v>0.999623702835975</c:v>
              </c:pt>
              <c:pt idx="24">
                <c:v>0.9995903276635372</c:v>
              </c:pt>
              <c:pt idx="25">
                <c:v>0.9995555422479036</c:v>
              </c:pt>
              <c:pt idx="26">
                <c:v>0.9995193478256756</c:v>
              </c:pt>
              <c:pt idx="27">
                <c:v>0.9994817456818069</c:v>
              </c:pt>
              <c:pt idx="28">
                <c:v>0.9994427371493545</c:v>
              </c:pt>
              <c:pt idx="29">
                <c:v>0.999402323609219</c:v>
              </c:pt>
              <c:pt idx="30">
                <c:v>0.9993605064898828</c:v>
              </c:pt>
              <c:pt idx="31">
                <c:v>0.9993172872671342</c:v>
              </c:pt>
              <c:pt idx="32">
                <c:v>0.9992726674637852</c:v>
              </c:pt>
              <c:pt idx="33">
                <c:v>0.9992266486493832</c:v>
              </c:pt>
              <c:pt idx="34">
                <c:v>0.9991792324399121</c:v>
              </c:pt>
              <c:pt idx="35">
                <c:v>0.9991304204974863</c:v>
              </c:pt>
              <c:pt idx="36">
                <c:v>0.9990802145300407</c:v>
              </c:pt>
              <c:pt idx="37">
                <c:v>0.9990286162910045</c:v>
              </c:pt>
              <c:pt idx="38">
                <c:v>0.99897562757898</c:v>
              </c:pt>
              <c:pt idx="39">
                <c:v>0.998921250237403</c:v>
              </c:pt>
              <c:pt idx="40">
                <c:v>0.9988654861542025</c:v>
              </c:pt>
              <c:pt idx="41">
                <c:v>0.9988083372614531</c:v>
              </c:pt>
              <c:pt idx="42">
                <c:v>0.9987498055350178</c:v>
              </c:pt>
              <c:pt idx="43">
                <c:v>0.9986898929941875</c:v>
              </c:pt>
              <c:pt idx="44">
                <c:v>0.9986286017013145</c:v>
              </c:pt>
              <c:pt idx="45">
                <c:v>0.9985659337614345</c:v>
              </c:pt>
              <c:pt idx="46">
                <c:v>0.9985018913218899</c:v>
              </c:pt>
              <c:pt idx="47">
                <c:v>0.9984364765719429</c:v>
              </c:pt>
              <c:pt idx="48">
                <c:v>0.9983696917423838</c:v>
              </c:pt>
              <c:pt idx="49">
                <c:v>0.9983015391051335</c:v>
              </c:pt>
              <c:pt idx="50">
                <c:v>0.9982320209728432</c:v>
              </c:pt>
              <c:pt idx="51">
                <c:v>0.9981611396984854</c:v>
              </c:pt>
              <c:pt idx="52">
                <c:v>0.9980888976749424</c:v>
              </c:pt>
              <c:pt idx="53">
                <c:v>0.9980152973345896</c:v>
              </c:pt>
              <c:pt idx="54">
                <c:v>0.9979403411488728</c:v>
              </c:pt>
              <c:pt idx="55">
                <c:v>0.997864031627884</c:v>
              </c:pt>
              <c:pt idx="56">
                <c:v>0.9977863713199303</c:v>
              </c:pt>
              <c:pt idx="57">
                <c:v>0.9977073628110997</c:v>
              </c:pt>
              <c:pt idx="58">
                <c:v>0.9976270087248235</c:v>
              </c:pt>
              <c:pt idx="59">
                <c:v>0.9975453117214339</c:v>
              </c:pt>
              <c:pt idx="60">
                <c:v>0.9974622744977198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.88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F(t)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0.88"/>
        <c:majorUnit val="0.04"/>
      </c:valAx>
      <c:valAx>
        <c:axId val="48650112"/>
        <c:scaling>
          <c:orientation val="minMax"/>
          <c:max val="3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t（单位 ℏ/Jₓ）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1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y 方向宽度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Jᵧ=Jₓ</c:v>
          </c:tx>
          <c:spPr>
            <a:ln xmlns:a="http://schemas.openxmlformats.org/drawingml/2006/main" w="28575">
              <a:solidFill>
                <a:srgbClr val="246B9A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3</c:v>
              </c:pt>
              <c:pt idx="2">
                <c:v>6</c:v>
              </c:pt>
              <c:pt idx="3">
                <c:v>9</c:v>
              </c:pt>
              <c:pt idx="4">
                <c:v>12</c:v>
              </c:pt>
              <c:pt idx="5">
                <c:v>15</c:v>
              </c:pt>
              <c:pt idx="6">
                <c:v>18</c:v>
              </c:pt>
              <c:pt idx="7">
                <c:v>21</c:v>
              </c:pt>
              <c:pt idx="8">
                <c:v>24</c:v>
              </c:pt>
              <c:pt idx="9">
                <c:v>27</c:v>
              </c:pt>
              <c:pt idx="10">
                <c:v>30</c:v>
              </c:pt>
              <c:pt idx="11">
                <c:v>33</c:v>
              </c:pt>
              <c:pt idx="12">
                <c:v>36</c:v>
              </c:pt>
              <c:pt idx="13">
                <c:v>39</c:v>
              </c:pt>
              <c:pt idx="14">
                <c:v>42</c:v>
              </c:pt>
              <c:pt idx="15">
                <c:v>45</c:v>
              </c:pt>
              <c:pt idx="16">
                <c:v>48</c:v>
              </c:pt>
              <c:pt idx="17">
                <c:v>51</c:v>
              </c:pt>
              <c:pt idx="18">
                <c:v>54</c:v>
              </c:pt>
              <c:pt idx="19">
                <c:v>57</c:v>
              </c:pt>
              <c:pt idx="20">
                <c:v>60</c:v>
              </c:pt>
              <c:pt idx="21">
                <c:v>63</c:v>
              </c:pt>
              <c:pt idx="22">
                <c:v>66</c:v>
              </c:pt>
              <c:pt idx="23">
                <c:v>69</c:v>
              </c:pt>
              <c:pt idx="24">
                <c:v>72</c:v>
              </c:pt>
              <c:pt idx="25">
                <c:v>75</c:v>
              </c:pt>
              <c:pt idx="26">
                <c:v>78</c:v>
              </c:pt>
              <c:pt idx="27">
                <c:v>81</c:v>
              </c:pt>
              <c:pt idx="28">
                <c:v>84</c:v>
              </c:pt>
              <c:pt idx="29">
                <c:v>87</c:v>
              </c:pt>
              <c:pt idx="30">
                <c:v>90</c:v>
              </c:pt>
              <c:pt idx="31">
                <c:v>93</c:v>
              </c:pt>
              <c:pt idx="32">
                <c:v>96</c:v>
              </c:pt>
              <c:pt idx="33">
                <c:v>99</c:v>
              </c:pt>
              <c:pt idx="34">
                <c:v>102</c:v>
              </c:pt>
              <c:pt idx="35">
                <c:v>105</c:v>
              </c:pt>
              <c:pt idx="36">
                <c:v>108</c:v>
              </c:pt>
              <c:pt idx="37">
                <c:v>111</c:v>
              </c:pt>
              <c:pt idx="38">
                <c:v>114</c:v>
              </c:pt>
              <c:pt idx="39">
                <c:v>117</c:v>
              </c:pt>
              <c:pt idx="40">
                <c:v>120</c:v>
              </c:pt>
              <c:pt idx="41">
                <c:v>123</c:v>
              </c:pt>
              <c:pt idx="42">
                <c:v>126</c:v>
              </c:pt>
              <c:pt idx="43">
                <c:v>129</c:v>
              </c:pt>
              <c:pt idx="44">
                <c:v>132</c:v>
              </c:pt>
              <c:pt idx="45">
                <c:v>135</c:v>
              </c:pt>
              <c:pt idx="46">
                <c:v>138</c:v>
              </c:pt>
              <c:pt idx="47">
                <c:v>141</c:v>
              </c:pt>
              <c:pt idx="48">
                <c:v>144</c:v>
              </c:pt>
              <c:pt idx="49">
                <c:v>147</c:v>
              </c:pt>
              <c:pt idx="50">
                <c:v>150</c:v>
              </c:pt>
              <c:pt idx="51">
                <c:v>153</c:v>
              </c:pt>
              <c:pt idx="52">
                <c:v>156</c:v>
              </c:pt>
              <c:pt idx="53">
                <c:v>159</c:v>
              </c:pt>
              <c:pt idx="54">
                <c:v>162</c:v>
              </c:pt>
              <c:pt idx="55">
                <c:v>165</c:v>
              </c:pt>
              <c:pt idx="56">
                <c:v>168</c:v>
              </c:pt>
              <c:pt idx="57">
                <c:v>171</c:v>
              </c:pt>
              <c:pt idx="58">
                <c:v>174</c:v>
              </c:pt>
              <c:pt idx="59">
                <c:v>177</c:v>
              </c:pt>
              <c:pt idx="60">
                <c:v>180</c:v>
              </c:pt>
            </c:numLit>
          </c:xVal>
          <c:yVal>
            <c:numLit>
              <c:formatCode>0.0</c:formatCode>
              <c:ptCount val="61"/>
              <c:pt idx="0">
                <c:v>6.000000000000001</c:v>
              </c:pt>
              <c:pt idx="1">
                <c:v>6.0030324159455715</c:v>
              </c:pt>
              <c:pt idx="2">
                <c:v>6.012120486781122</c:v>
              </c:pt>
              <c:pt idx="3">
                <c:v>6.027236819807223</c:v>
              </c:pt>
              <c:pt idx="4">
                <c:v>6.048336216703991</c:v>
              </c:pt>
              <c:pt idx="5">
                <c:v>6.075356341181399</c:v>
              </c:pt>
              <c:pt idx="6">
                <c:v>6.108218621509841</c:v>
              </c:pt>
              <c:pt idx="7">
                <c:v>6.146829358114047</c:v>
              </c:pt>
              <c:pt idx="8">
                <c:v>6.191081001018528</c:v>
              </c:pt>
              <c:pt idx="9">
                <c:v>6.240853558477321</c:v>
              </c:pt>
              <c:pt idx="10">
                <c:v>6.2960160966544665</c:v>
              </c:pt>
              <c:pt idx="11">
                <c:v>6.35642829064341</c:v>
              </c:pt>
              <c:pt idx="12">
                <c:v>6.421941989199083</c:v>
              </c:pt>
              <c:pt idx="13">
                <c:v>6.492402758992338</c:v>
              </c:pt>
              <c:pt idx="14">
                <c:v>6.5676513786201385</c:v>
              </c:pt>
              <c:pt idx="15">
                <c:v>6.647525257642675</c:v>
              </c:pt>
              <c:pt idx="16">
                <c:v>6.731859761216828</c:v>
              </c:pt>
              <c:pt idx="17">
                <c:v>6.820489426146037</c:v>
              </c:pt>
              <c:pt idx="18">
                <c:v>6.913249059120909</c:v>
              </c:pt>
              <c:pt idx="19">
                <c:v>7.009974712400113</c:v>
              </c:pt>
              <c:pt idx="20">
                <c:v>7.110504536059912</c:v>
              </c:pt>
              <c:pt idx="21">
                <c:v>7.214679509164265</c:v>
              </c:pt>
              <c:pt idx="22">
                <c:v>7.32234405476604</c:v>
              </c:pt>
              <c:pt idx="23">
                <c:v>7.433346545571991</c:v>
              </c:pt>
              <c:pt idx="24">
                <c:v>7.547539708444938</c:v>
              </c:pt>
              <c:pt idx="25">
                <c:v>7.664780936747369</c:v>
              </c:pt>
              <c:pt idx="26">
                <c:v>7.784932519931388</c:v>
              </c:pt>
              <c:pt idx="27">
                <c:v>7.907861799831312</c:v>
              </c:pt>
              <c:pt idx="28">
                <c:v>8.033441262893755</c:v>
              </c:pt>
              <c:pt idx="29">
                <c:v>8.161548577156378</c:v>
              </c:pt>
              <c:pt idx="30">
                <c:v>8.292066582221182</c:v>
              </c:pt>
              <c:pt idx="31">
                <c:v>8.424883239812996</c:v>
              </c:pt>
              <c:pt idx="32">
                <c:v>8.559891551810756</c:v>
              </c:pt>
              <c:pt idx="33">
                <c:v>8.69698945192111</c:v>
              </c:pt>
              <c:pt idx="34">
                <c:v>8.836079676456045</c:v>
              </c:pt>
              <c:pt idx="35">
                <c:v>8.97706961899699</c:v>
              </c:pt>
              <c:pt idx="36">
                <c:v>9.119871173089264</c:v>
              </c:pt>
              <c:pt idx="37">
                <c:v>9.264400566521125</c:v>
              </c:pt>
              <c:pt idx="38">
                <c:v>9.410578190204689</c:v>
              </c:pt>
              <c:pt idx="39">
                <c:v>9.558328424193316</c:v>
              </c:pt>
              <c:pt idx="40">
                <c:v>9.707579462941021</c:v>
              </c:pt>
              <c:pt idx="41">
                <c:v>9.858263141531236</c:v>
              </c:pt>
              <c:pt idx="42">
                <c:v>10.010314764272845</c:v>
              </c:pt>
              <c:pt idx="43">
                <c:v>10.163672936775923</c:v>
              </c:pt>
              <c:pt idx="44">
                <c:v>10.318279402374717</c:v>
              </c:pt>
              <c:pt idx="45">
                <c:v>10.474078883557054</c:v>
              </c:pt>
              <c:pt idx="46">
                <c:v>10.631018928882979</c:v>
              </c:pt>
              <c:pt idx="47">
                <c:v>10.789049765727608</c:v>
              </c:pt>
              <c:pt idx="48">
                <c:v>10.948124159060878</c:v>
              </c:pt>
              <c:pt idx="49">
                <c:v>11.108197276374984</c:v>
              </c:pt>
              <c:pt idx="50">
                <c:v>11.269226558788475</c:v>
              </c:pt>
              <c:pt idx="51">
                <c:v>11.431171598288993</c:v>
              </c:pt>
              <c:pt idx="52">
                <c:v>11.593994021024034</c:v>
              </c:pt>
              <c:pt idx="53">
                <c:v>11.75765737650744</c:v>
              </c:pt>
              <c:pt idx="54">
                <c:v>11.922127032577924</c:v>
              </c:pt>
              <c:pt idx="55">
                <c:v>12.087370075922106</c:v>
              </c:pt>
              <c:pt idx="56">
                <c:v>12.253355217957893</c:v>
              </c:pt>
              <c:pt idx="57">
                <c:v>12.420052705862455</c:v>
              </c:pt>
              <c:pt idx="58">
                <c:v>12.587434238522688</c:v>
              </c:pt>
              <c:pt idx="59">
                <c:v>12.755472887182659</c:v>
              </c:pt>
              <c:pt idx="60">
                <c:v>12.924143020562603</c:v>
              </c:pt>
            </c:numLit>
          </c:yVal>
        </c:ser>
        <c:ser>
          <c:idx val="1"/>
          <c:order val="1"/>
          <c:tx>
            <c:v>Jᵧ=0.3Jₓ</c:v>
          </c:tx>
          <c:spPr>
            <a:ln xmlns:a="http://schemas.openxmlformats.org/drawingml/2006/main" w="28575">
              <a:solidFill>
                <a:srgbClr val="C95F42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3</c:v>
              </c:pt>
              <c:pt idx="2">
                <c:v>6</c:v>
              </c:pt>
              <c:pt idx="3">
                <c:v>9</c:v>
              </c:pt>
              <c:pt idx="4">
                <c:v>12</c:v>
              </c:pt>
              <c:pt idx="5">
                <c:v>15</c:v>
              </c:pt>
              <c:pt idx="6">
                <c:v>18</c:v>
              </c:pt>
              <c:pt idx="7">
                <c:v>21</c:v>
              </c:pt>
              <c:pt idx="8">
                <c:v>24</c:v>
              </c:pt>
              <c:pt idx="9">
                <c:v>27</c:v>
              </c:pt>
              <c:pt idx="10">
                <c:v>30</c:v>
              </c:pt>
              <c:pt idx="11">
                <c:v>33</c:v>
              </c:pt>
              <c:pt idx="12">
                <c:v>36</c:v>
              </c:pt>
              <c:pt idx="13">
                <c:v>39</c:v>
              </c:pt>
              <c:pt idx="14">
                <c:v>42</c:v>
              </c:pt>
              <c:pt idx="15">
                <c:v>45</c:v>
              </c:pt>
              <c:pt idx="16">
                <c:v>48</c:v>
              </c:pt>
              <c:pt idx="17">
                <c:v>51</c:v>
              </c:pt>
              <c:pt idx="18">
                <c:v>54</c:v>
              </c:pt>
              <c:pt idx="19">
                <c:v>57</c:v>
              </c:pt>
              <c:pt idx="20">
                <c:v>60</c:v>
              </c:pt>
              <c:pt idx="21">
                <c:v>63</c:v>
              </c:pt>
              <c:pt idx="22">
                <c:v>66</c:v>
              </c:pt>
              <c:pt idx="23">
                <c:v>69</c:v>
              </c:pt>
              <c:pt idx="24">
                <c:v>72</c:v>
              </c:pt>
              <c:pt idx="25">
                <c:v>75</c:v>
              </c:pt>
              <c:pt idx="26">
                <c:v>78</c:v>
              </c:pt>
              <c:pt idx="27">
                <c:v>81</c:v>
              </c:pt>
              <c:pt idx="28">
                <c:v>84</c:v>
              </c:pt>
              <c:pt idx="29">
                <c:v>87</c:v>
              </c:pt>
              <c:pt idx="30">
                <c:v>90</c:v>
              </c:pt>
              <c:pt idx="31">
                <c:v>93</c:v>
              </c:pt>
              <c:pt idx="32">
                <c:v>96</c:v>
              </c:pt>
              <c:pt idx="33">
                <c:v>99</c:v>
              </c:pt>
              <c:pt idx="34">
                <c:v>102</c:v>
              </c:pt>
              <c:pt idx="35">
                <c:v>105</c:v>
              </c:pt>
              <c:pt idx="36">
                <c:v>108</c:v>
              </c:pt>
              <c:pt idx="37">
                <c:v>111</c:v>
              </c:pt>
              <c:pt idx="38">
                <c:v>114</c:v>
              </c:pt>
              <c:pt idx="39">
                <c:v>117</c:v>
              </c:pt>
              <c:pt idx="40">
                <c:v>120</c:v>
              </c:pt>
              <c:pt idx="41">
                <c:v>123</c:v>
              </c:pt>
              <c:pt idx="42">
                <c:v>126</c:v>
              </c:pt>
              <c:pt idx="43">
                <c:v>129</c:v>
              </c:pt>
              <c:pt idx="44">
                <c:v>132</c:v>
              </c:pt>
              <c:pt idx="45">
                <c:v>135</c:v>
              </c:pt>
              <c:pt idx="46">
                <c:v>138</c:v>
              </c:pt>
              <c:pt idx="47">
                <c:v>141</c:v>
              </c:pt>
              <c:pt idx="48">
                <c:v>144</c:v>
              </c:pt>
              <c:pt idx="49">
                <c:v>147</c:v>
              </c:pt>
              <c:pt idx="50">
                <c:v>150</c:v>
              </c:pt>
              <c:pt idx="51">
                <c:v>153</c:v>
              </c:pt>
              <c:pt idx="52">
                <c:v>156</c:v>
              </c:pt>
              <c:pt idx="53">
                <c:v>159</c:v>
              </c:pt>
              <c:pt idx="54">
                <c:v>162</c:v>
              </c:pt>
              <c:pt idx="55">
                <c:v>165</c:v>
              </c:pt>
              <c:pt idx="56">
                <c:v>168</c:v>
              </c:pt>
              <c:pt idx="57">
                <c:v>171</c:v>
              </c:pt>
              <c:pt idx="58">
                <c:v>174</c:v>
              </c:pt>
              <c:pt idx="59">
                <c:v>177</c:v>
              </c:pt>
              <c:pt idx="60">
                <c:v>180</c:v>
              </c:pt>
            </c:numLit>
          </c:xVal>
          <c:yVal>
            <c:numLit>
              <c:formatCode>0.0</c:formatCode>
              <c:ptCount val="61"/>
              <c:pt idx="0">
                <c:v>6.000000000000001</c:v>
              </c:pt>
              <c:pt idx="1">
                <c:v>6.000272980191852</c:v>
              </c:pt>
              <c:pt idx="2">
                <c:v>6.001091846262778</c:v>
              </c:pt>
              <c:pt idx="3">
                <c:v>6.002456374800536</c:v>
              </c:pt>
              <c:pt idx="4">
                <c:v>6.004366193789848</c:v>
              </c:pt>
              <c:pt idx="5">
                <c:v>6.006820783118968</c:v>
              </c:pt>
              <c:pt idx="6">
                <c:v>6.009819475286621</c:v>
              </c:pt>
              <c:pt idx="7">
                <c:v>6.013361456307075</c:v>
              </c:pt>
              <c:pt idx="8">
                <c:v>6.017445766810495</c:v>
              </c:pt>
              <c:pt idx="9">
                <c:v>6.022071303335117</c:v>
              </c:pt>
              <c:pt idx="10">
                <c:v>6.027236819807223</c:v>
              </c:pt>
              <c:pt idx="11">
                <c:v>6.032940929204286</c:v>
              </c:pt>
              <c:pt idx="12">
                <c:v>6.039182105396181</c:v>
              </c:pt>
              <c:pt idx="13">
                <c:v>6.045958685158824</c:v>
              </c:pt>
              <c:pt idx="14">
                <c:v>6.053268870354115</c:v>
              </c:pt>
              <c:pt idx="15">
                <c:v>6.061110730269639</c:v>
              </c:pt>
              <c:pt idx="16">
                <c:v>6.069482204111164</c:v>
              </c:pt>
              <c:pt idx="17">
                <c:v>6.078381103640614</c:v>
              </c:pt>
              <c:pt idx="18">
                <c:v>6.087805115951828</c:v>
              </c:pt>
              <c:pt idx="19">
                <c:v>6.097751806376183</c:v>
              </c:pt>
              <c:pt idx="20">
                <c:v>6.108218621509838</c:v>
              </c:pt>
              <c:pt idx="21">
                <c:v>6.119202892354193</c:v>
              </c:pt>
              <c:pt idx="22">
                <c:v>6.130701837560937</c:v>
              </c:pt>
              <c:pt idx="23">
                <c:v>6.142712566773006</c:v>
              </c:pt>
              <c:pt idx="24">
                <c:v>6.155232084052538</c:v>
              </c:pt>
              <c:pt idx="25">
                <c:v>6.168257291387033</c:v>
              </c:pt>
              <c:pt idx="26">
                <c:v>6.181784992264745</c:v>
              </c:pt>
              <c:pt idx="27">
                <c:v>6.195811895310475</c:v>
              </c:pt>
              <c:pt idx="28">
                <c:v>6.210334617972909</c:v>
              </c:pt>
              <c:pt idx="29">
                <c:v>6.225349690254795</c:v>
              </c:pt>
              <c:pt idx="30">
                <c:v>6.240853558477316</c:v>
              </c:pt>
              <c:pt idx="31">
                <c:v>6.256842589070251</c:v>
              </c:pt>
              <c:pt idx="32">
                <c:v>6.273313072379575</c:v>
              </c:pt>
              <c:pt idx="33">
                <c:v>6.290261226484509</c:v>
              </c:pt>
              <c:pt idx="34">
                <c:v>6.3076832010161334</c:v>
              </c:pt>
              <c:pt idx="35">
                <c:v>6.325575080970003</c:v>
              </c:pt>
              <c:pt idx="36">
                <c:v>6.34393289050546</c:v>
              </c:pt>
              <c:pt idx="37">
                <c:v>6.362752596724635</c:v>
              </c:pt>
              <c:pt idx="38">
                <c:v>6.382030113424411</c:v>
              </c:pt>
              <c:pt idx="39">
                <c:v>6.401761304815004</c:v>
              </c:pt>
              <c:pt idx="40">
                <c:v>6.421941989199077</c:v>
              </c:pt>
              <c:pt idx="41">
                <c:v>6.442567942605692</c:v>
              </c:pt>
              <c:pt idx="42">
                <c:v>6.463634902373714</c:v>
              </c:pt>
              <c:pt idx="43">
                <c:v>6.485138570679699</c:v>
              </c:pt>
              <c:pt idx="44">
                <c:v>6.507074618005562</c:v>
              </c:pt>
              <c:pt idx="45">
                <c:v>6.529438686541724</c:v>
              </c:pt>
              <c:pt idx="46">
                <c:v>6.552226393521826</c:v>
              </c:pt>
              <c:pt idx="47">
                <c:v>6.575433334485353</c:v>
              </c:pt>
              <c:pt idx="48">
                <c:v>6.599055086464957</c:v>
              </c:pt>
              <c:pt idx="49">
                <c:v>6.623087211095574</c:v>
              </c:pt>
              <c:pt idx="50">
                <c:v>6.647525257642669</c:v>
              </c:pt>
              <c:pt idx="51">
                <c:v>6.672364765947493</c:v>
              </c:pt>
              <c:pt idx="52">
                <c:v>6.697601269287281</c:v>
              </c:pt>
              <c:pt idx="53">
                <c:v>6.723230297148869</c:v>
              </c:pt>
              <c:pt idx="54">
                <c:v>6.749247377914307</c:v>
              </c:pt>
              <c:pt idx="55">
                <c:v>6.775648041457484</c:v>
              </c:pt>
              <c:pt idx="56">
                <c:v>6.80242782165095</c:v>
              </c:pt>
              <c:pt idx="57">
                <c:v>6.829582258782448</c:v>
              </c:pt>
              <c:pt idx="58">
                <c:v>6.857106901880839</c:v>
              </c:pt>
              <c:pt idx="59">
                <c:v>6.884997310951436</c:v>
              </c:pt>
              <c:pt idx="60">
                <c:v>6.9132490591209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4"/>
          <c:min val="6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σᵧ/a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6"/>
        <c:majorUnit val="2"/>
      </c:valAx>
      <c:valAx>
        <c:axId val="48650112"/>
        <c:scaling>
          <c:orientation val="minMax"/>
          <c:max val="18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t（单位 ℏ/Jₓ）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6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8AC4BB-67DD-49B0-AB27-624BC17F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二维单磁子的能带几何与波包设计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61C048-22B5-4A71-8CBA-32056EDC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243F87-A3D1-49A1-9020-6C77817B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中期报告　原理 PDF、曲率解析与波包数值模拟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AD88F6-F179-4621-BF6E-02B8E851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62D5E1-6664-42E0-91A2-62A77D2D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5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从交换模型到零曲率选点与有限时间传播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F6F0C0-09B5-4EB1-90B7-C9203BC1DB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78d3b26bd549d8"/>
          <a:stretch xmlns:a="http://schemas.openxmlformats.org/drawingml/2006/main"/>
        </p:blipFill>
        <p:spPr>
          <a:xfrm xmlns:a="http://schemas.openxmlformats.org/drawingml/2006/main">
            <a:off x="6605675" y="1619250"/>
            <a:ext cx="4790900" cy="409575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2BFF2F-1D5E-4D46-8BFC-8D330E4552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9383b1f04b438f"/>
          <a:stretch xmlns:a="http://schemas.openxmlformats.org/drawingml/2006/main"/>
        </p:blipFill>
        <p:spPr>
          <a:xfrm xmlns:a="http://schemas.openxmlformats.org/drawingml/2006/main">
            <a:off x="419100" y="2116373"/>
            <a:ext cx="5667375" cy="33925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90029C-73D0-4D20-BCC3-4142084A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114675"/>
            <a:ext cx="5495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物理问题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5825D0-661C-4B15-B471-299CFA24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524250"/>
            <a:ext cx="54959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怎样选择中心波矢，使二维波包</a:t>
            </a:r>
          </a:p>
          <a:p xmlns:a="http://schemas.openxmlformats.org/drawingml/2006/main">
            <a: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在传播中较少展宽？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D77364-4DE5-4538-BE5C-3651DD7E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495800"/>
            <a:ext cx="5495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基本物理量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D64CD7-C579-4969-8FFF-7503CEEA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905375"/>
            <a:ext cx="54959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位置 x、y，波矢 kₓ、kᵧ，时间 t。</a:t>
            </a:r>
          </a:p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激发能 ε 已在上式定义，晶格间距 a。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F3210F-B403-4EDA-9808-F97FE94D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E7E448-6FF6-437A-B481-3F2ED942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用能带几何提出设计，再用完整色散检验有效传播时间与限制。</a:t>
            </a:r>
          </a:p>
        </p:txBody>
      </p:sp>
    </p:spTree>
    <p:extLst>
      <p:ext uri="{BB962C8B-B14F-4D97-AF65-F5344CB8AC3E}">
        <p14:creationId xmlns:p14="http://schemas.microsoft.com/office/powerpoint/2010/main" val="9554002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15ADB8-1892-4C4E-92CD-94149180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交换模型与单磁子子空间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6FAC1F-3E7B-4C59-AF5E-18B3818C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76A99-C055-413A-9546-099C2C8A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3–4 页，式 (20)、(22)、(25)、(29)　改用位置 x、y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45B632-F16C-4A3C-8D63-5CC61E32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A4FE2B-8F08-4BDD-B3F3-44BE27728B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337d3b8d5a4b62"/>
          <a:stretch xmlns:a="http://schemas.openxmlformats.org/drawingml/2006/main"/>
        </p:blipFill>
        <p:spPr>
          <a:xfrm xmlns:a="http://schemas.openxmlformats.org/drawingml/2006/main">
            <a:off x="2472599" y="1076325"/>
            <a:ext cx="7208703" cy="92392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2D3E3A-A742-4F0B-87CB-2AE94A4042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c74dd519c64024"/>
          <a:stretch xmlns:a="http://schemas.openxmlformats.org/drawingml/2006/main"/>
        </p:blipFill>
        <p:spPr>
          <a:xfrm xmlns:a="http://schemas.openxmlformats.org/drawingml/2006/main">
            <a:off x="1114635" y="2085975"/>
            <a:ext cx="3028531" cy="3228975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4A621-0D98-4E5E-BA47-48DBE1B51D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5e3fc0c822492f"/>
          <a:stretch xmlns:a="http://schemas.openxmlformats.org/drawingml/2006/main"/>
        </p:blipFill>
        <p:spPr>
          <a:xfrm xmlns:a="http://schemas.openxmlformats.org/drawingml/2006/main">
            <a:off x="5143500" y="2503018"/>
            <a:ext cx="6553200" cy="842314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9DFECB-A472-4BC9-ADF1-A441957E80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b7b465db454ae7"/>
          <a:stretch xmlns:a="http://schemas.openxmlformats.org/drawingml/2006/main"/>
        </p:blipFill>
        <p:spPr>
          <a:xfrm xmlns:a="http://schemas.openxmlformats.org/drawingml/2006/main">
            <a:off x="5172479" y="3819525"/>
            <a:ext cx="6457143" cy="10572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8F4129-BF21-4642-B205-0CA5C0D2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057775"/>
            <a:ext cx="6496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a 是相邻格点间距。|x,y〉表示该位置的一次自旋翻转。</a:t>
            </a:r>
          </a:p>
          <a:p xmlns:a="http://schemas.openxmlformats.org/drawingml/2006/main">
            <a: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全极化基态沿 +x，ψ 是去掉基态公共相位后的振幅。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7F8BCC-F286-4A82-8214-016D12F5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B236BA-4270-41D1-998C-4B3E9801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相邻位置的交换耦合使单翻转振幅传播，单磁子空间内可精确求解。</a:t>
            </a:r>
          </a:p>
        </p:txBody>
      </p:sp>
    </p:spTree>
    <p:extLst>
      <p:ext uri="{BB962C8B-B14F-4D97-AF65-F5344CB8AC3E}">
        <p14:creationId xmlns:p14="http://schemas.microsoft.com/office/powerpoint/2010/main" val="7962138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3AAAE9-3CC4-49A2-AAC4-F4B96EAC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运动方程与完整能带的谱演化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12EBC9-34D3-4150-9619-ABF0A57E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C87D93-9984-44C7-8AEE-2BAC835A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5 页，式 (35)–(39)　所有公式显式保留 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01959-D517-4719-A2EC-32C02C27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30BE93-7489-4232-BE4D-7A641DCB81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2b9864a7b0425e"/>
          <a:stretch xmlns:a="http://schemas.openxmlformats.org/drawingml/2006/main"/>
        </p:blipFill>
        <p:spPr>
          <a:xfrm xmlns:a="http://schemas.openxmlformats.org/drawingml/2006/main">
            <a:off x="504825" y="1205627"/>
            <a:ext cx="11144250" cy="1303497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AFDFB2-92D7-49CA-97FF-FA05AC65AB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dc30500f644f9a"/>
          <a:stretch xmlns:a="http://schemas.openxmlformats.org/drawingml/2006/main"/>
        </p:blipFill>
        <p:spPr>
          <a:xfrm xmlns:a="http://schemas.openxmlformats.org/drawingml/2006/main">
            <a:off x="600075" y="3027165"/>
            <a:ext cx="10953750" cy="102274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D38A72-293C-4458-977B-E4797A73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457700"/>
            <a:ext cx="11239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1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P(x,y,t) = |ψ(x,y,t)|²，Σₓ,ᵧ P(x,y,t) =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32E74-265F-4562-915D-6E1642D6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162550"/>
            <a:ext cx="1123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ψ(x,y,t) 随时间演化，P(x,y,t) 是各格点的翻转概率。</a:t>
            </a:r>
          </a:p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图中位置与宽度以 a 计，时间以 ℏ/Jₓ 计，所有格点的总概率守恒。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FEF69F-9D09-4031-8C77-79F77957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970CE4-1838-4232-B63B-E4A4E229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色散的一阶项控制平移，二阶及更高阶项改变包络与相位结构。</a:t>
            </a:r>
          </a:p>
        </p:txBody>
      </p:sp>
    </p:spTree>
    <p:extLst>
      <p:ext uri="{BB962C8B-B14F-4D97-AF65-F5344CB8AC3E}">
        <p14:creationId xmlns:p14="http://schemas.microsoft.com/office/powerpoint/2010/main" val="5035374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D8C735-C861-40A6-85DA-1809C648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能带导数与高斯曲率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1238C7-7F17-4D7E-9A0F-953AA314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E33274-1D6A-48EA-A584-C9D876EE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高斯曲率按统一尺度的能量图面计算。H 仅用于哈密顿量。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C5E339-A9A4-4BDA-80D5-FD9A9D41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06B696-D88B-43E8-9F13-6FE465B0DC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1038e501944153"/>
          <a:stretch xmlns:a="http://schemas.openxmlformats.org/drawingml/2006/main"/>
        </p:blipFill>
        <p:spPr>
          <a:xfrm xmlns:a="http://schemas.openxmlformats.org/drawingml/2006/main">
            <a:off x="1835446" y="1181100"/>
            <a:ext cx="8521108" cy="88582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F0D314-E688-432F-97DB-13B2F1F86F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401c57c1a84d0d"/>
          <a:stretch xmlns:a="http://schemas.openxmlformats.org/drawingml/2006/main"/>
        </p:blipFill>
        <p:spPr>
          <a:xfrm xmlns:a="http://schemas.openxmlformats.org/drawingml/2006/main">
            <a:off x="851873" y="2295525"/>
            <a:ext cx="10478729" cy="1000125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3C1C65-41C4-42EB-B901-AC59A33BBD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f246279d914855"/>
          <a:stretch xmlns:a="http://schemas.openxmlformats.org/drawingml/2006/main"/>
        </p:blipFill>
        <p:spPr>
          <a:xfrm xmlns:a="http://schemas.openxmlformats.org/drawingml/2006/main">
            <a:off x="828675" y="3680551"/>
            <a:ext cx="10544175" cy="131617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E0B77-60F9-49D4-8F3B-6A63248D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362575"/>
            <a:ext cx="112204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曲率图统一使用三轴坐标 (kₓa, kᵧa, ε/Jₓ)。分母始终为正。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EC486B-7F9B-430F-92A8-84FCF984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6F5EB0-E931-42E5-B2AF-6E2FFD72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曲率符号由 cos(kₓa)cos(kᵧa) 决定，零曲率位置可解析求出。</a:t>
            </a:r>
          </a:p>
        </p:txBody>
      </p:sp>
    </p:spTree>
    <p:extLst>
      <p:ext uri="{BB962C8B-B14F-4D97-AF65-F5344CB8AC3E}">
        <p14:creationId xmlns:p14="http://schemas.microsoft.com/office/powerpoint/2010/main" val="13709106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B766A0-65EF-4FBA-AA1E-459C570C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各向同性：多个布里渊区中的能带与曲率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2E6CA5-908B-40F3-8ABE-1B1195BF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83E7E-54E7-42AD-8394-883C4B34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Jᵧ=Jₓ　kₓ、kᵧ 范围均为 −3π/a 至 3π/a，共 3×3 个布里渊区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49D23F-6635-4EEB-B7CF-A50CE70C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0A3177-BA44-44A1-8E22-70640EE1F2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644e8ddef74c03"/>
          <a:stretch xmlns:a="http://schemas.openxmlformats.org/drawingml/2006/main"/>
        </p:blipFill>
        <p:spPr>
          <a:xfrm xmlns:a="http://schemas.openxmlformats.org/drawingml/2006/main">
            <a:off x="767254" y="1095375"/>
            <a:ext cx="10638443" cy="46958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5D7602-1043-46C6-8948-1E0F0322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0A1517-3BE4-4AA4-85B4-2334E1AF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左深色表示高能量，右红正蓝负。绿色为零曲率线，黑虚线围成中心第一布里渊区。</a:t>
            </a:r>
          </a:p>
        </p:txBody>
      </p:sp>
    </p:spTree>
    <p:extLst>
      <p:ext uri="{BB962C8B-B14F-4D97-AF65-F5344CB8AC3E}">
        <p14:creationId xmlns:p14="http://schemas.microsoft.com/office/powerpoint/2010/main" val="20889603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DCF19E-15AA-49F6-A561-8ED814CD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各向异性：曲率幅度改变，零点位置相同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D42091-2F79-44D3-8D85-076AE6B3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DC5B71-A691-4799-8521-6057300F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Jᵧ=0.3Jₓ　波矢范围与能量色标不变，右侧曲率色标改为 ±0.3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22822-BA1D-44EB-A045-AC5BC428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975C56-F539-4C3A-A0D5-6FBF27BE1E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0adda419804a23"/>
          <a:stretch xmlns:a="http://schemas.openxmlformats.org/drawingml/2006/main"/>
        </p:blipFill>
        <p:spPr>
          <a:xfrm xmlns:a="http://schemas.openxmlformats.org/drawingml/2006/main">
            <a:off x="812702" y="1095375"/>
            <a:ext cx="10547545" cy="46958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CBE6A9-2039-411E-948F-D96DACA3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7D94B9-A3F6-46F6-AD3A-76BDB320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Jᵧ 减小后 y 向色散较弱。两页曲率色标不同，幅值比较应读取色标数值。</a:t>
            </a:r>
          </a:p>
        </p:txBody>
      </p:sp>
    </p:spTree>
    <p:extLst>
      <p:ext uri="{BB962C8B-B14F-4D97-AF65-F5344CB8AC3E}">
        <p14:creationId xmlns:p14="http://schemas.microsoft.com/office/powerpoint/2010/main" val="15115747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206D5F-2138-48D7-A019-92BBD684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零曲率位置上的能量分布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2815AD-7498-458E-9648-9979D385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F0965E-4013-439B-8250-BFA83E3A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Jᵧ=Jₓ　左图只画零曲率线上的能量，浅灰背景表示未绘制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3563D-63E9-46FE-8AC0-A9D9B2B9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689E87-1E6F-45D1-A6D9-24DC381E98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08a232bc3145d8"/>
          <a:stretch xmlns:a="http://schemas.openxmlformats.org/drawingml/2006/main"/>
        </p:blipFill>
        <p:spPr>
          <a:xfrm xmlns:a="http://schemas.openxmlformats.org/drawingml/2006/main">
            <a:off x="1188044" y="1066800"/>
            <a:ext cx="9796862" cy="43243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15B50A-9B93-48DF-B1F5-97F9C4F889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1cfd4e2fc24c2a"/>
          <a:stretch xmlns:a="http://schemas.openxmlformats.org/drawingml/2006/main"/>
        </p:blipFill>
        <p:spPr>
          <a:xfrm xmlns:a="http://schemas.openxmlformats.org/drawingml/2006/main">
            <a:off x="2432957" y="5419725"/>
            <a:ext cx="7307036" cy="4572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0683A-81CB-4347-9365-BFF195D7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C6D6D6-7A64-486A-B8CE-94867503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两族零曲率线周期重复，交点同时使两个方向的二阶导数为零。</a:t>
            </a:r>
          </a:p>
        </p:txBody>
      </p:sp>
    </p:spTree>
    <p:extLst>
      <p:ext uri="{BB962C8B-B14F-4D97-AF65-F5344CB8AC3E}">
        <p14:creationId xmlns:p14="http://schemas.microsoft.com/office/powerpoint/2010/main" val="8224811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8230BE-3DF2-4BE6-89AF-C9417B80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中心波矢的三种选择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685DB7-89A2-48D0-8ADA-19F7729E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248F15-80D4-46F9-82BB-5FF9F715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以下固定 Jᵧ=Jₓ。中列依次为能带对 kₓ、kᵧ 的二阶导数。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59B86-E7E9-4ED8-95E1-94D7363D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5FE89C-DCF3-4262-ABB6-37DFE42F92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1b9c8bdf3f4885"/>
          <a:stretch xmlns:a="http://schemas.openxmlformats.org/drawingml/2006/main"/>
        </p:blipFill>
        <p:spPr>
          <a:xfrm xmlns:a="http://schemas.openxmlformats.org/drawingml/2006/main">
            <a:off x="323850" y="1251718"/>
            <a:ext cx="4886325" cy="4202165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6F4BA3-3279-4BC8-A951-864634FD09D9}"/>
              </a:ext>
            </a:extLst>
          </p:cNvPr>
          <p:cNvGraphicFramePr/>
          <p:nvPr/>
        </p:nvGraphicFramePr>
        <p:xfrm>
          <a:off xmlns:a="http://schemas.openxmlformats.org/drawingml/2006/main" x="5295900" y="1533525"/>
          <a:ext xmlns:a="http://schemas.openxmlformats.org/drawingml/2006/main" cx="645795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1847850"/>
                <a:gridCol w="2276475"/>
              </a:tblGrid>
              <a:tr h="685800">
                <a:tc>
                  <a:txBody>
                    <a:bodyPr lIns="95250" tIns="95250" rIns="95250" bIns="95250"/>
                    <a:lstStyle/>
                    <a:p>
                      <a:r>
                        <a:rPr sz="14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中心波矢 (kₓ₀,kᵧ₀)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4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二阶导数</a:t>
                      </a:r>
                    </a:p>
                    <a:p>
                      <a:r>
                        <a:rPr sz="14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单位 Jₓa²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4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设计含义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685800"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(0.7/a, 0.7/a)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(0.765, 0.765)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两个方向有二阶色散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(π/(2a), 0.7/a)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(0, 0.765)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 x 向二阶项消失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(π/(2a), π/(2a))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(0, 0)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两个二阶项同时消失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EDC070-028C-4E1A-A629-D8940C0B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629150"/>
            <a:ext cx="6248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图轴 kₓa/π=0.5 对应 kₓ=π/(2a)。</a:t>
            </a:r>
          </a:p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单条零曲率线只消去一个方向的二阶项，交点才同时消去两个。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3E1117-2CF1-4C8E-B516-9B5C2826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C0AA2C-5F37-49D5-851A-3D10E10A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优先选 C 的中心波矢，用同初始宽度的 A、B 波包作对照。</a:t>
            </a:r>
          </a:p>
        </p:txBody>
      </p:sp>
    </p:spTree>
    <p:extLst>
      <p:ext uri="{BB962C8B-B14F-4D97-AF65-F5344CB8AC3E}">
        <p14:creationId xmlns:p14="http://schemas.microsoft.com/office/powerpoint/2010/main" val="1726796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BD6C0C-CFCE-4B72-8FAA-342D0E48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初始波包：中心附近的一片波矢参与叠加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392B85-B19D-40AB-9650-01084679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358D93-24EE-4B34-8994-5ABC3053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σ=6a，Jᵧ=Jₓ。kₓ₀、kᵧ₀ 为中心波矢，σ 为初始 RMS 宽度，式中系数保证总概率为1。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59F78B-E4B8-46BC-BD66-821AB268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F38377-D928-45D9-A1B5-7D9C528199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ec530c4c2348b8"/>
          <a:stretch xmlns:a="http://schemas.openxmlformats.org/drawingml/2006/main"/>
        </p:blipFill>
        <p:spPr>
          <a:xfrm xmlns:a="http://schemas.openxmlformats.org/drawingml/2006/main">
            <a:off x="782879" y="1066800"/>
            <a:ext cx="10607191" cy="10287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ACAA31-41C8-455E-B40F-66B7600E01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e518be5e43401f"/>
          <a:stretch xmlns:a="http://schemas.openxmlformats.org/drawingml/2006/main"/>
        </p:blipFill>
        <p:spPr>
          <a:xfrm xmlns:a="http://schemas.openxmlformats.org/drawingml/2006/main">
            <a:off x="1390124" y="2257425"/>
            <a:ext cx="9392702" cy="2952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7AF7E6-B388-49B9-8AC0-AD99C157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76850"/>
            <a:ext cx="112585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每幅图的原点是各自中心波矢。黑圈显示主要谱分布，绿线表示零曲率。</a:t>
            </a:r>
          </a:p>
          <a:p xmlns:a="http://schemas.openxmlformats.org/drawingml/2006/main">
            <a: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谱宽 Δkₓ=Δkᵧ≈1/(2σ)=1/(12a)，从内到外黑圈为谱峰值的 90%、50%、10%。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724E15-9445-4C1E-8AA3-F7078420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7FFC86-583E-48BD-B277-09C48EC3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波包包含中心附近的一片波矢，中心曲率为零并不代表整片频谱曲率都为零。</a:t>
            </a:r>
          </a:p>
        </p:txBody>
      </p:sp>
    </p:spTree>
    <p:extLst>
      <p:ext uri="{BB962C8B-B14F-4D97-AF65-F5344CB8AC3E}">
        <p14:creationId xmlns:p14="http://schemas.microsoft.com/office/powerpoint/2010/main" val="3253056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ED54EC-EC6B-4663-803B-B368277C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相同初始包络，不同载波波纹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BC2186-D94D-4634-939B-3F72FE67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98C4B9-3001-4388-8D6E-A2152E5C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σ=6a，Jᵧ=Jₓ，t=0　A₀=max|ψ(x,y,0)|，色标 Reψ/A₀ 固定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152619-CC48-4F2A-91AF-23637F34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B00237-3EE6-4EDD-8024-3A210735A2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ca15dee59c421d"/>
          <a:stretch xmlns:a="http://schemas.openxmlformats.org/drawingml/2006/main"/>
        </p:blipFill>
        <p:spPr>
          <a:xfrm xmlns:a="http://schemas.openxmlformats.org/drawingml/2006/main">
            <a:off x="371475" y="1254002"/>
            <a:ext cx="11430000" cy="360704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85D922-E814-4431-8F70-8A2C7AC7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076825"/>
            <a:ext cx="5457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包络相同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A11B75-2204-495D-82C3-BD43ECED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486400"/>
            <a:ext cx="5457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三组初始概率均为同一个高斯分布。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每个方向的初始 RMS 宽度为 6a。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24E6C4-02F6-4A73-88D5-46CDD4E1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076825"/>
            <a:ext cx="5400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载波不同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49A3B4-74D1-4996-AF65-F72E7DD0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486400"/>
            <a:ext cx="54006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中心波矢改变格点间的相位。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Reψ 显示波峰波谷，P 显示概率。</a:t>
            </a:r>
          </a:p>
        </p:txBody>
      </p:sp>
    </p:spTree>
    <p:extLst>
      <p:ext uri="{BB962C8B-B14F-4D97-AF65-F5344CB8AC3E}">
        <p14:creationId xmlns:p14="http://schemas.microsoft.com/office/powerpoint/2010/main" val="14563209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744D29-DC8D-4C0E-9D1B-23C6716D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末态概率比较：在各自质心附近观察展宽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9EB339-EEB3-4D90-B789-04303C51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D50FFD-D8DB-464B-9843-035224F8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σ=6a，Jᵧ=Jₓ，512×512 格点，完整余弦色散，t=180ℏ/Jₓ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1D90D8-DB95-4C0F-BD4B-1A3275DC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504216-9A64-4D7D-BBAF-CE7F58092B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5a0cff665b4e53"/>
          <a:stretch xmlns:a="http://schemas.openxmlformats.org/drawingml/2006/main"/>
        </p:blipFill>
        <p:spPr>
          <a:xfrm xmlns:a="http://schemas.openxmlformats.org/drawingml/2006/main">
            <a:off x="483755" y="1114425"/>
            <a:ext cx="11205441" cy="35814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CFA995-1804-47EF-BADD-267A2ABD4315}"/>
              </a:ext>
            </a:extLst>
          </p:cNvPr>
          <p:cNvGraphicFramePr/>
          <p:nvPr/>
        </p:nvGraphicFramePr>
        <p:xfrm>
          <a:off xmlns:a="http://schemas.openxmlformats.org/drawingml/2006/main" x="457200" y="4876800"/>
          <a:ext xmlns:a="http://schemas.openxmlformats.org/drawingml/2006/main" cx="11239500" cy="847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47950"/>
                <a:gridCol w="2857500"/>
                <a:gridCol w="2857500"/>
                <a:gridCol w="2876550"/>
              </a:tblGrid>
              <a:tr h="423863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t=180ℏ/Jₓ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普通点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零曲率线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零曲率交点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423863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(σₓ/a, σᵧ/a)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(12.924, 12.924)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(6.064, 12.924)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(6.064, 6.064)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DA3497-FBFD-43B9-9BCD-A78374EE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0692C2-1CA5-47AB-ABC3-4A800C5E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B 仍沿 y 明显展宽，C 在两个方向的有限时间展宽都较弱。</a:t>
            </a:r>
          </a:p>
        </p:txBody>
      </p:sp>
    </p:spTree>
    <p:extLst>
      <p:ext uri="{BB962C8B-B14F-4D97-AF65-F5344CB8AC3E}">
        <p14:creationId xmlns:p14="http://schemas.microsoft.com/office/powerpoint/2010/main" val="9579609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A0B798-0403-4315-BAF9-C3710685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固定坐标中的传播：同时观察平移与展宽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7573DC-49F4-4912-ABCF-DEF6E325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8A5D0-A59C-47E5-8DDB-DCEDFD29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σ=6a，Jᵧ=Jₓ，512×512 格点，完整余弦色散，t=0 至 180ℏ/Jₓ，共 61 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C59EC6-B3ED-40DB-941B-5B3A048D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1C36D5-DDCB-48A3-83EC-B8D3EC09C0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1f1b22cf474d75"/>
          <a:stretch xmlns:a="http://schemas.openxmlformats.org/drawingml/2006/main"/>
        </p:blipFill>
        <p:spPr>
          <a:xfrm xmlns:a="http://schemas.openxmlformats.org/drawingml/2006/main">
            <a:off x="495810" y="1066800"/>
            <a:ext cx="11200379" cy="41814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911567-73A7-450B-BB92-6BB14CE2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67325"/>
            <a:ext cx="112585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坐标范围扩大为 −35a 至 225a，坐标轴保持不动，虚线记录概率质心轨迹。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终点质心 A≈(115.6a,115.6a)，B≈(179.4a,115.6a)，C≈(179.4a,179.4a)。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798153-CC49-4155-9EBD-E0AE9C07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FFE972-DA53-40F8-9D96-D618A0BE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固定实验室坐标保留整体位移，能够直接比较传播方向、距离与包络展宽。</a:t>
            </a:r>
          </a:p>
        </p:txBody>
      </p:sp>
    </p:spTree>
    <p:extLst>
      <p:ext uri="{BB962C8B-B14F-4D97-AF65-F5344CB8AC3E}">
        <p14:creationId xmlns:p14="http://schemas.microsoft.com/office/powerpoint/2010/main" val="169312334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AA0911-E8D8-45A3-9F8F-BAB856FD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载波随波包传播：全程视图与局部放大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172A13-C19B-4DD9-AD4F-CCD28410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E0AFD4-AC45-48E5-8525-5113D9FE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σ=6a，Jᵧ=Jₓ，512×512 格点，完整余弦色散，t=0 至 180ℏ/Jₓ，共 61 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64F5EA-B3FC-4154-B136-9EB17A86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D2BAF4-8347-4EEF-BA58-7C8FFDDD6A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39e250835c4cf8"/>
          <a:stretch xmlns:a="http://schemas.openxmlformats.org/drawingml/2006/main"/>
        </p:blipFill>
        <p:spPr>
          <a:xfrm xmlns:a="http://schemas.openxmlformats.org/drawingml/2006/main">
            <a:off x="495810" y="1066800"/>
            <a:ext cx="11200379" cy="41814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AC068A-F2DD-427F-8375-5543C0EE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67325"/>
            <a:ext cx="112585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主图的 x、y 坐标固定，用于观察传播。左上小图随质心移动，用于看清局部波纹。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Reψ 保留同一相位约定和色标，固定单磁子数态的横向自旋均值为零。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3BB283-344E-4C70-B0CE-CF3A340A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40DAFE-18BC-46BE-A986-08569613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大范围主图展示整体传播，局部放大保留格点波峰波谷与形变。</a:t>
            </a:r>
          </a:p>
        </p:txBody>
      </p:sp>
    </p:spTree>
    <p:extLst>
      <p:ext uri="{BB962C8B-B14F-4D97-AF65-F5344CB8AC3E}">
        <p14:creationId xmlns:p14="http://schemas.microsoft.com/office/powerpoint/2010/main" val="9694780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E9B249-8E2A-4446-ABE1-3DB6CC74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用概率宽度衡量两个方向的展宽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D4672-3B61-4EAB-AEDB-7CDF483E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CE4885-7276-4494-BFA2-81D1F6B8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σₓ、σᵧ 分别为相对概率质心的 RMS 宽度，初始值均为 6a。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F6E95F-2BE7-4519-A8BF-9893BA10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0E13957-09AB-4FA0-A6C5-1DB810D4ACCB}"/>
              </a:ext>
            </a:extLst>
          </p:cNvPr>
          <p:cNvGraphicFramePr/>
          <p:nvPr/>
        </p:nvGraphicFramePr>
        <p:xfrm>
          <a:off xmlns:a="http://schemas.openxmlformats.org/drawingml/2006/main" x="352425" y="1285875"/>
          <a:ext xmlns:a="http://schemas.openxmlformats.org/drawingml/2006/main" cx="5638800" cy="3495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e4326456794fe4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570F3051-426F-4801-BEF8-7D2E214CEC84}"/>
              </a:ext>
            </a:extLst>
          </p:cNvPr>
          <p:cNvGraphicFramePr/>
          <p:nvPr/>
        </p:nvGraphicFramePr>
        <p:xfrm>
          <a:off xmlns:a="http://schemas.openxmlformats.org/drawingml/2006/main" x="6191250" y="1285875"/>
          <a:ext xmlns:a="http://schemas.openxmlformats.org/drawingml/2006/main" cx="5638800" cy="3495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60d910bfbae446d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B01396-9635-4B62-975F-0E50ED00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0"/>
            <a:ext cx="112490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x 图中 B 与 C 重合，y 图中 A 与 B 重合。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C 在 t=180ℏ/Jₓ 时两个方向宽度均为 6.064a，比初始宽度增加约 1.07%。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87222B-E711-4E6A-AAFC-7B1F5769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F3580-F23A-4635-AC79-3C212D3E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相同初始宽度、相同传播时间的比较支持交点附近的有限时间低展宽设计。</a:t>
            </a:r>
          </a:p>
        </p:txBody>
      </p:sp>
    </p:spTree>
    <p:extLst>
      <p:ext uri="{BB962C8B-B14F-4D97-AF65-F5344CB8AC3E}">
        <p14:creationId xmlns:p14="http://schemas.microsoft.com/office/powerpoint/2010/main" val="9428702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1CA700-0818-4BBC-9AE0-213C47C4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保形还需比较完整复振幅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9DDBC-567F-4050-A137-DDBB99AB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002BE5-87D3-4EAC-9D61-51D5B15C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F(t) 是波包与“按自身平均速度平移的初态”的重叠平方。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98B00B-792B-4298-B1E2-21C1A053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31C55C-6CBF-4D77-A604-EAECA97A35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27a0a2e59f4111"/>
          <a:stretch xmlns:a="http://schemas.openxmlformats.org/drawingml/2006/main"/>
        </p:blipFill>
        <p:spPr>
          <a:xfrm xmlns:a="http://schemas.openxmlformats.org/drawingml/2006/main">
            <a:off x="3157569" y="1057275"/>
            <a:ext cx="5848287" cy="185737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74EFA-6368-4183-AC4E-E973D938A6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7b36d0acc4564"/>
          <a:stretch xmlns:a="http://schemas.openxmlformats.org/drawingml/2006/main"/>
        </p:blipFill>
        <p:spPr>
          <a:xfrm xmlns:a="http://schemas.openxmlformats.org/drawingml/2006/main">
            <a:off x="4483100" y="2943225"/>
            <a:ext cx="3492500" cy="742950"/>
          </a:xfrm>
          <a:prstGeom xmlns:a="http://schemas.openxmlformats.org/drawingml/2006/main" prst="rect">
            <a:avLst/>
          </a:prstGeom>
        </p:spPr>
      </p:pic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5BBAAA66-6339-4CEB-A53A-D3FC6B796995}"/>
              </a:ext>
            </a:extLst>
          </p:cNvPr>
          <p:cNvGraphicFramePr/>
          <p:nvPr/>
        </p:nvGraphicFramePr>
        <p:xfrm>
          <a:off xmlns:a="http://schemas.openxmlformats.org/drawingml/2006/main" x="428625" y="3800475"/>
          <a:ext xmlns:a="http://schemas.openxmlformats.org/drawingml/2006/main" cx="6991350" cy="2038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b159071e1bf4477"/>
          </a:graphicData>
        </a:graphic>
      </p:graphicFrame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FD03DA-EE7B-43CD-870E-92596F0240D1}"/>
              </a:ext>
            </a:extLst>
          </p:cNvPr>
          <p:cNvGraphicFramePr/>
          <p:nvPr/>
        </p:nvGraphicFramePr>
        <p:xfrm>
          <a:off xmlns:a="http://schemas.openxmlformats.org/drawingml/2006/main" x="7772400" y="3867150"/>
          <a:ext xmlns:a="http://schemas.openxmlformats.org/drawingml/2006/main" cx="3914775" cy="190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1343025"/>
              </a:tblGrid>
              <a:tr h="476250">
                <a:tc>
                  <a:txBody>
                    <a:bodyPr lIns="95250" tIns="95250" rIns="95250" bIns="95250"/>
                    <a:lstStyle/>
                    <a:p>
                      <a:r>
                        <a:rPr sz="150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t=180ℏ/Jₓ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0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F(t)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476250"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普通点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0.5233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零曲率线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0.7221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零曲率交点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0.9965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86E24E-2E88-4E39-A53C-6F3B98DE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AC2785-D14C-4155-80DB-7530D8D5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C 的剩余谱相位较小，F≈0.9965。该结论对应当前初宽与传播时间。</a:t>
            </a:r>
          </a:p>
        </p:txBody>
      </p:sp>
    </p:spTree>
    <p:extLst>
      <p:ext uri="{BB962C8B-B14F-4D97-AF65-F5344CB8AC3E}">
        <p14:creationId xmlns:p14="http://schemas.microsoft.com/office/powerpoint/2010/main" val="84703669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CDA31D-C9F2-497C-BDE1-9A29D13B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频宽设计：较宽初态可以延长保形时间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830BDF-3F1A-4BA6-B416-681CF3AC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31813F-72E9-4393-84A9-AA29092D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C 点 (kₓ₀,kᵧ₀)=(π/(2a),π/(2a))，Jᵧ=Jₓ，1024×1024 格点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B62334-A016-4DF3-A178-F7CF58BD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20868292-0053-4B2A-8E61-89DC1229F084}"/>
              </a:ext>
            </a:extLst>
          </p:cNvPr>
          <p:cNvGraphicFramePr/>
          <p:nvPr/>
        </p:nvGraphicFramePr>
        <p:xfrm>
          <a:off xmlns:a="http://schemas.openxmlformats.org/drawingml/2006/main" x="371475" y="1304925"/>
          <a:ext xmlns:a="http://schemas.openxmlformats.org/drawingml/2006/main" cx="7248525" cy="3695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5dcbd16438d4bec"/>
          </a:graphicData>
        </a:graphic>
      </p:graphicFrame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02F688-4F92-49E7-B873-677B3F585AD4}"/>
              </a:ext>
            </a:extLst>
          </p:cNvPr>
          <p:cNvGraphicFramePr/>
          <p:nvPr/>
        </p:nvGraphicFramePr>
        <p:xfrm>
          <a:off xmlns:a="http://schemas.openxmlformats.org/drawingml/2006/main" x="7734300" y="1543050"/>
          <a:ext xmlns:a="http://schemas.openxmlformats.org/drawingml/2006/main" cx="4019550" cy="2486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1371600"/>
                <a:gridCol w="1504950"/>
              </a:tblGrid>
              <a:tr h="621506">
                <a:tc>
                  <a:txBody>
                    <a:bodyPr lIns="95250" tIns="95250" rIns="95250" bIns="95250"/>
                    <a:lstStyle/>
                    <a:p>
                      <a:r>
                        <a:rPr sz="14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初宽 σ/a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4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谱宽 Δk</a:t>
                      </a:r>
                    </a:p>
                    <a:p>
                      <a:r>
                        <a:rPr sz="14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单位 1/a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4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F(360ℏ/Jₓ)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621506"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0.1250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0.8883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506"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0.0833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0.9864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506"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0.0625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0.9975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B1C9C8-AF15-41BC-971D-ECC8D8A8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467225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Δkₓ=Δkᵧ≈1/(2σ)。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较宽初态占用更大的空间范围，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对应更窄频谱与更小的高阶形变。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72D54D-B745-4477-9C4A-9289010B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41A78D-DF72-49A2-8DA9-DF8610F9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初步设计需要同时选择中心波矢与初始宽度，比较时明确所用空间资源。</a:t>
            </a:r>
          </a:p>
        </p:txBody>
      </p:sp>
    </p:spTree>
    <p:extLst>
      <p:ext uri="{BB962C8B-B14F-4D97-AF65-F5344CB8AC3E}">
        <p14:creationId xmlns:p14="http://schemas.microsoft.com/office/powerpoint/2010/main" val="5556450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4247D5-68BB-4933-A6AB-BF2E2A01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零曲率交点仍保留三阶色散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F3F56F-F1A1-48E5-B22D-28FE7891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E1A1CA-304E-4B11-BF76-2FD01EAF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中心 (π/(2a),π/(2a))，Jᵧ=Jₓ，σ=4a。展开式省略五阶及更高阶项。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E910A0-849A-4485-9CF1-A88D6D09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1B5260-6E4C-41DA-BDBD-0E1402C1D3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d40dfb18324497"/>
          <a:stretch xmlns:a="http://schemas.openxmlformats.org/drawingml/2006/main"/>
        </p:blipFill>
        <p:spPr>
          <a:xfrm xmlns:a="http://schemas.openxmlformats.org/drawingml/2006/main">
            <a:off x="1935120" y="1076325"/>
            <a:ext cx="8302709" cy="119062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9B7B82-73F4-4B7A-A556-A2CA595E00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1502206e184409"/>
          <a:stretch xmlns:a="http://schemas.openxmlformats.org/drawingml/2006/main"/>
        </p:blipFill>
        <p:spPr>
          <a:xfrm xmlns:a="http://schemas.openxmlformats.org/drawingml/2006/main">
            <a:off x="1888822" y="2457450"/>
            <a:ext cx="8395307" cy="31527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6C4F1-58E4-42CC-A3F5-CE8CD22D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030515-0660-453C-AC15-07D8C37E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二阶项消失后仍保留三阶项，有限带宽波包在更长时间内仍会偏斜和展宽。</a:t>
            </a:r>
          </a:p>
        </p:txBody>
      </p:sp>
    </p:spTree>
    <p:extLst>
      <p:ext uri="{BB962C8B-B14F-4D97-AF65-F5344CB8AC3E}">
        <p14:creationId xmlns:p14="http://schemas.microsoft.com/office/powerpoint/2010/main" val="71894605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06607C-F162-4DDF-8EF4-30236723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减小纵向交换，调节剩余的 y 向色散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AC20D3-606B-41F4-B2E3-488390AD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5D9B6E-DCC2-45F6-B20E-CAF3F512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B 点 (kₓ₀,kᵧ₀)=(π/(2a),0.7/a)，σ=6a，t=180ℏ/Jₓ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35E87-178F-44C3-908E-EBF2FCC3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4FD95F-85AF-410A-A907-A1919B9D09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79fc7b74c74446"/>
          <a:stretch xmlns:a="http://schemas.openxmlformats.org/drawingml/2006/main"/>
        </p:blipFill>
        <p:spPr>
          <a:xfrm xmlns:a="http://schemas.openxmlformats.org/drawingml/2006/main">
            <a:off x="333375" y="1227312"/>
            <a:ext cx="7400925" cy="3117501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D8B5C59F-9F66-4616-9993-12D2452515EF}"/>
              </a:ext>
            </a:extLst>
          </p:cNvPr>
          <p:cNvGraphicFramePr/>
          <p:nvPr/>
        </p:nvGraphicFramePr>
        <p:xfrm>
          <a:off xmlns:a="http://schemas.openxmlformats.org/drawingml/2006/main" x="7867650" y="1323975"/>
          <a:ext xmlns:a="http://schemas.openxmlformats.org/drawingml/2006/main" cx="3933825" cy="30384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7b990c2fca4069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A8DA1A-1110-459F-B28A-8805CF32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838700"/>
            <a:ext cx="112109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Jᵧ=0.3Jₓ 时，末态 σᵧ=6.913a，F=0.9597。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y 向平均速度同时由 0.642Jₓa/ℏ 降为 0.193Jₓa/ℏ，传播方向也改变。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533AF6-6CA1-44F6-BDDA-D00BACD1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1C8138-7F3F-4E21-9BEA-AEB7C650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减小 Jᵧ 可以减弱剩余的 y 向色散，设计还需满足目标传播方向与距离。</a:t>
            </a:r>
          </a:p>
        </p:txBody>
      </p:sp>
    </p:spTree>
    <p:extLst>
      <p:ext uri="{BB962C8B-B14F-4D97-AF65-F5344CB8AC3E}">
        <p14:creationId xmlns:p14="http://schemas.microsoft.com/office/powerpoint/2010/main" val="147829955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4B5ACC-F064-4CBD-8CA7-1D3C71F9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波包初步方案与下一步检验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7A8D4-8A9F-4452-BA4B-E90109BA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EA5C9-8A02-48ED-95F7-630C3902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当前范围：均匀、零外场、无耗散的自旋 1/2 铁磁单磁子模型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37ABD-F70A-42C4-877F-217F09BB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E6ADF7-A574-4246-B040-2EEB724A9770}"/>
              </a:ext>
            </a:extLst>
          </p:cNvPr>
          <p:cNvGraphicFramePr/>
          <p:nvPr/>
        </p:nvGraphicFramePr>
        <p:xfrm>
          <a:off xmlns:a="http://schemas.openxmlformats.org/drawingml/2006/main" x="447675" y="1238250"/>
          <a:ext xmlns:a="http://schemas.openxmlformats.org/drawingml/2006/main" cx="11287125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38325"/>
                <a:gridCol w="4162425"/>
                <a:gridCol w="5286375"/>
              </a:tblGrid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设计环节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当前初步方案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依据与边界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中心波矢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 (kₓ₀,kᵧ₀)=(π/(2a),π/(2a))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两个方向的能带二阶导数同时为零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初始宽度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先取 σ=6a，可扩展至 8a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较窄频谱减小高阶形变，初态占用空间更大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本阶段传播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Jᵧ=Jₓ，主比较至 t=180ℏ/Jₓ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σ=6a 时 F≈0.9965，宽度增加约 1.07%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继续调节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交换比 Jᵧ/Jₓ、宽度与传播距离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检查高阶色散、边界与实际材料参数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F3EEDA-2081-4D97-AD81-44039E99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76775"/>
            <a:ext cx="548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C1C828-5C52-407C-9C51-7EB1D188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86350"/>
            <a:ext cx="54864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解析曲率、扩展能带图和 9 组受控模拟。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完整色散演化与扩大盒检查相互核验。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A6DBAC-C848-4ACB-A981-3BCDB251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76775"/>
            <a:ext cx="530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下一阶段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F920C6-3894-442D-B00B-2D56DE9F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086350"/>
            <a:ext cx="53054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给定目标距离和初态空间范围，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优化保形程度并加入实际制备与耗散。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6A6427-58CA-44D9-BBE1-1442D2F6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1E00EC-6570-4942-A420-596A7881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当前方案支持有限时间的低展宽传播，尚不构成永久无色散波包。</a:t>
            </a:r>
          </a:p>
        </p:txBody>
      </p:sp>
    </p:spTree>
    <p:extLst>
      <p:ext uri="{BB962C8B-B14F-4D97-AF65-F5344CB8AC3E}">
        <p14:creationId xmlns:p14="http://schemas.microsoft.com/office/powerpoint/2010/main" val="20857728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2026-10-20T01:29:43.6750000Z</dcterms:created>
  <dcterms:modified xsi:type="dcterms:W3CDTF">2026-10-20T01:29:43.6760000Z</dcterms:modified>
</coreProperties>
</file>