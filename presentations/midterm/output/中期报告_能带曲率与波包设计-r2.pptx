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5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f650d98a34d63" /><Relationship Type="http://schemas.openxmlformats.org/officeDocument/2006/relationships/extended-properties" Target="/docProps/app.xml" Id="R067c8278644145d4" /><Relationship Type="http://schemas.openxmlformats.org/officeDocument/2006/relationships/officeDocument" Target="/ppt/presentation.xml" Id="R8d04e4f73ea547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8407cdf837476b"/>
  </p:sldMasterIdLst>
  <p:notesMasterIdLst>
    <p:notesMasterId xmlns:r="http://schemas.openxmlformats.org/officeDocument/2006/relationships" r:id="R13b05a86b3474089"/>
  </p:notesMasterIdLst>
  <p:sldIdLst>
    <p:sldId xmlns:r="http://schemas.openxmlformats.org/officeDocument/2006/relationships" id="256" r:id="R18ec91b763b64041"/>
    <p:sldId xmlns:r="http://schemas.openxmlformats.org/officeDocument/2006/relationships" id="257" r:id="Rdfca12a5e08c46cb"/>
    <p:sldId xmlns:r="http://schemas.openxmlformats.org/officeDocument/2006/relationships" id="258" r:id="R70b512da9f564e7b"/>
    <p:sldId xmlns:r="http://schemas.openxmlformats.org/officeDocument/2006/relationships" id="259" r:id="Recbc6c6f5cea474c"/>
    <p:sldId xmlns:r="http://schemas.openxmlformats.org/officeDocument/2006/relationships" id="260" r:id="Rcbcb4ea08d7a4830"/>
    <p:sldId xmlns:r="http://schemas.openxmlformats.org/officeDocument/2006/relationships" id="261" r:id="R73b20c3d6e454b71"/>
    <p:sldId xmlns:r="http://schemas.openxmlformats.org/officeDocument/2006/relationships" id="262" r:id="Rbc05ab788f614813"/>
    <p:sldId xmlns:r="http://schemas.openxmlformats.org/officeDocument/2006/relationships" id="263" r:id="Rb3991fa7eff0435d"/>
    <p:sldId xmlns:r="http://schemas.openxmlformats.org/officeDocument/2006/relationships" id="264" r:id="Rbb441b88fb04476c"/>
    <p:sldId xmlns:r="http://schemas.openxmlformats.org/officeDocument/2006/relationships" id="265" r:id="R4ed28533bd684426"/>
    <p:sldId xmlns:r="http://schemas.openxmlformats.org/officeDocument/2006/relationships" id="266" r:id="Rd11af511d4944e90"/>
    <p:sldId xmlns:r="http://schemas.openxmlformats.org/officeDocument/2006/relationships" id="267" r:id="Rbcd086c0acfe4667"/>
    <p:sldId xmlns:r="http://schemas.openxmlformats.org/officeDocument/2006/relationships" id="268" r:id="Rc26b8cb6f13f4ab5"/>
    <p:sldId xmlns:r="http://schemas.openxmlformats.org/officeDocument/2006/relationships" id="269" r:id="R7b7e56f7a43145f1"/>
    <p:sldId xmlns:r="http://schemas.openxmlformats.org/officeDocument/2006/relationships" id="270" r:id="Re7af890c29ba411c"/>
    <p:sldId xmlns:r="http://schemas.openxmlformats.org/officeDocument/2006/relationships" id="271" r:id="R6d81cfb9319a49c8"/>
    <p:sldId xmlns:r="http://schemas.openxmlformats.org/officeDocument/2006/relationships" id="272" r:id="Rde750633ddfd4f44"/>
    <p:sldId xmlns:r="http://schemas.openxmlformats.org/officeDocument/2006/relationships" id="273" r:id="Re2128c31429240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790d9a54014f98" /><Relationship Type="http://schemas.openxmlformats.org/officeDocument/2006/relationships/slideMaster" Target="/ppt/slideMasters/slideMaster1.xml" Id="Rf08407cdf837476b" /><Relationship Type="http://schemas.openxmlformats.org/officeDocument/2006/relationships/notesMaster" Target="/ppt/notesMasters/notesMaster1.xml" Id="R13b05a86b3474089" /><Relationship Type="http://schemas.openxmlformats.org/officeDocument/2006/relationships/presProps" Target="/ppt/presProps.xml" Id="R084ef09d901644a6" /><Relationship Type="http://schemas.openxmlformats.org/officeDocument/2006/relationships/tableStyles" Target="/ppt/tableStyles.xml" Id="R287056026fc94bee" /><Relationship Type="http://schemas.openxmlformats.org/officeDocument/2006/relationships/slide" Target="/ppt/slides/slide1.xml" Id="R18ec91b763b64041" /><Relationship Type="http://schemas.openxmlformats.org/officeDocument/2006/relationships/slide" Target="/ppt/slides/slide2.xml" Id="Rdfca12a5e08c46cb" /><Relationship Type="http://schemas.openxmlformats.org/officeDocument/2006/relationships/slide" Target="/ppt/slides/slide3.xml" Id="R70b512da9f564e7b" /><Relationship Type="http://schemas.openxmlformats.org/officeDocument/2006/relationships/slide" Target="/ppt/slides/slide4.xml" Id="Recbc6c6f5cea474c" /><Relationship Type="http://schemas.openxmlformats.org/officeDocument/2006/relationships/slide" Target="/ppt/slides/slide5.xml" Id="Rcbcb4ea08d7a4830" /><Relationship Type="http://schemas.openxmlformats.org/officeDocument/2006/relationships/slide" Target="/ppt/slides/slide6.xml" Id="R73b20c3d6e454b71" /><Relationship Type="http://schemas.openxmlformats.org/officeDocument/2006/relationships/slide" Target="/ppt/slides/slide7.xml" Id="Rbc05ab788f614813" /><Relationship Type="http://schemas.openxmlformats.org/officeDocument/2006/relationships/slide" Target="/ppt/slides/slide8.xml" Id="Rb3991fa7eff0435d" /><Relationship Type="http://schemas.openxmlformats.org/officeDocument/2006/relationships/slide" Target="/ppt/slides/slide9.xml" Id="Rbb441b88fb04476c" /><Relationship Type="http://schemas.openxmlformats.org/officeDocument/2006/relationships/slide" Target="/ppt/slides/slide10.xml" Id="R4ed28533bd684426" /><Relationship Type="http://schemas.openxmlformats.org/officeDocument/2006/relationships/slide" Target="/ppt/slides/slide11.xml" Id="Rd11af511d4944e90" /><Relationship Type="http://schemas.openxmlformats.org/officeDocument/2006/relationships/slide" Target="/ppt/slides/slide12.xml" Id="Rbcd086c0acfe4667" /><Relationship Type="http://schemas.openxmlformats.org/officeDocument/2006/relationships/slide" Target="/ppt/slides/slide13.xml" Id="Rc26b8cb6f13f4ab5" /><Relationship Type="http://schemas.openxmlformats.org/officeDocument/2006/relationships/slide" Target="/ppt/slides/slide14.xml" Id="R7b7e56f7a43145f1" /><Relationship Type="http://schemas.openxmlformats.org/officeDocument/2006/relationships/slide" Target="/ppt/slides/slide15.xml" Id="Re7af890c29ba411c" /><Relationship Type="http://schemas.openxmlformats.org/officeDocument/2006/relationships/slide" Target="/ppt/slides/slide16.xml" Id="R6d81cfb9319a49c8" /><Relationship Type="http://schemas.openxmlformats.org/officeDocument/2006/relationships/slide" Target="/ppt/slides/slide17.xml" Id="Rde750633ddfd4f44" /><Relationship Type="http://schemas.openxmlformats.org/officeDocument/2006/relationships/slide" Target="/ppt/slides/slide18.xml" Id="Re2128c31429240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3320ee77e54e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f0b060bd6347e1" /><Relationship Type="http://schemas.openxmlformats.org/officeDocument/2006/relationships/notesMaster" Target="/ppt/notesMasters/notesMaster1.xml" Id="R0ae700c862a14d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80803cbe2343bd" /><Relationship Type="http://schemas.openxmlformats.org/officeDocument/2006/relationships/notesMaster" Target="/ppt/notesMasters/notesMaster1.xml" Id="R73cb6896185d4b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f20c07d2774c46" /><Relationship Type="http://schemas.openxmlformats.org/officeDocument/2006/relationships/notesMaster" Target="/ppt/notesMasters/notesMaster1.xml" Id="R7bb0fffde24c42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3e830f13714fdc" /><Relationship Type="http://schemas.openxmlformats.org/officeDocument/2006/relationships/notesMaster" Target="/ppt/notesMasters/notesMaster1.xml" Id="Reca27e16717e46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9552d49d384876" /><Relationship Type="http://schemas.openxmlformats.org/officeDocument/2006/relationships/notesMaster" Target="/ppt/notesMasters/notesMaster1.xml" Id="Rf3c0aea1a2164a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a00da1975846f1" /><Relationship Type="http://schemas.openxmlformats.org/officeDocument/2006/relationships/notesMaster" Target="/ppt/notesMasters/notesMaster1.xml" Id="Rf6708df061c746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ab51c762fa4355" /><Relationship Type="http://schemas.openxmlformats.org/officeDocument/2006/relationships/notesMaster" Target="/ppt/notesMasters/notesMaster1.xml" Id="R030382bf39c34b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b7fa2df19e4038" /><Relationship Type="http://schemas.openxmlformats.org/officeDocument/2006/relationships/notesMaster" Target="/ppt/notesMasters/notesMaster1.xml" Id="Rf642acd9e8a644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04eb8a7a614bf2" /><Relationship Type="http://schemas.openxmlformats.org/officeDocument/2006/relationships/notesMaster" Target="/ppt/notesMasters/notesMaster1.xml" Id="R44ff1ee27bd044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bb0f1af4284487" /><Relationship Type="http://schemas.openxmlformats.org/officeDocument/2006/relationships/notesMaster" Target="/ppt/notesMasters/notesMaster1.xml" Id="Re692fba9201e4d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8826a362a54c64" /><Relationship Type="http://schemas.openxmlformats.org/officeDocument/2006/relationships/notesMaster" Target="/ppt/notesMasters/notesMaster1.xml" Id="R36d4195b8d134b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50a93339b74da1" /><Relationship Type="http://schemas.openxmlformats.org/officeDocument/2006/relationships/notesMaster" Target="/ppt/notesMasters/notesMaster1.xml" Id="Re7f07b8f44a443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0e362e0ed14a60" /><Relationship Type="http://schemas.openxmlformats.org/officeDocument/2006/relationships/notesMaster" Target="/ppt/notesMasters/notesMaster1.xml" Id="R1bd86efbfa8547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aab5f50a2d4730" /><Relationship Type="http://schemas.openxmlformats.org/officeDocument/2006/relationships/notesMaster" Target="/ppt/notesMasters/notesMaster1.xml" Id="R48df2d90c67b45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62823488434912" /><Relationship Type="http://schemas.openxmlformats.org/officeDocument/2006/relationships/notesMaster" Target="/ppt/notesMasters/notesMaster1.xml" Id="R404e0d185e6642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ba580d6c314307" /><Relationship Type="http://schemas.openxmlformats.org/officeDocument/2006/relationships/notesMaster" Target="/ppt/notesMasters/notesMaster1.xml" Id="R76ecd05b4aaa43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21fa428e614183" /><Relationship Type="http://schemas.openxmlformats.org/officeDocument/2006/relationships/notesMaster" Target="/ppt/notesMasters/notesMaster1.xml" Id="R089a0045e06544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66b20442924f02" /><Relationship Type="http://schemas.openxmlformats.org/officeDocument/2006/relationships/notesMaster" Target="/ppt/notesMasters/notesMaster1.xml" Id="R781381bb138743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原理 PDF、曲率解析与波包数值模拟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图：无量纲扩展能带。绿色线为kappa_G=0的解析轨迹，黑虚线是中心第一布里渊区边界。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从原理PDF的直接库仑交换得到J=2K&gt;0。采用自旋1/2，极化方向+x，每条键计一次。单翻转子空间在H作用下精确闭合。局部晶格图仅表示相邻交换，不是模拟分辨率。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3–4 页，式 (20)、(22)、(25)、(29)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页，式 (35)–(39)　下方恢复 ℏ 的单位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曲率定义采用无量纲欧氏图面R=(qx,qy,e)，下标x,y指对q求导。不同轴尺度改变曲率数值，但在正轴缩放下零点和符号不变。不是Berry曲率。独立第一、第二基本形式推导经SymPy验证残差为零。定义来源 https://mathworld.wolfram.com/GaussianCurvature.html 公式(15)。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来源：无量纲图面 R=(qₓ,qᵧ,e)　曲率定义：Monge 图面公式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图：qx=kxa，qy=kya，e=epsilon/Jx，eta&gt;0；下标x,y指对无量纲q求偏导。</a:t>
            </a:r>
          </a:p>
          <a:p xmlns:a="http://schemas.openxmlformats.org/drawingml/2006/main">
            <a:br/>
            <a:r>
              <a:t>图：qx=kxa，qy=kya，e=epsilon/Jx，eta&gt;0；下标x,y指对无量纲q求偏导。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左灰度越深能量越大，固定e范围0至4。右红正蓝负，深浅表示曲率绝对值，范围正负1。绿线为解析零曲率，黑虚线框为中心第一BZ。多个BZ只是同一能带的周期延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来源：η=1　qₓ,qᵧ ∈ [−3π,3π]，共 3×3 个布里渊区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图：eta=1；范围kx a,ky a属于[-3pi,3pi]，共3×3个布里渊区。左侧为完整能带，灰度越深能量越大。右侧红正蓝负，颜色深浅表示曲率绝对值，色标范围±1。绿色为解析零曲率轨迹；黑虚线框住中心第一布里渊区。曲率针对无量纲图面(qx,qy,e)，不是Berry曲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与eta1相比，eta.3时能带沿qy变平。此页曲率范围正负.3，上页正负1，不可以仅凭色深跨页比较曲率幅值。eta&gt;0时零集合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来源：η=0.3　同一 q 范围与能量色标，右侧曲率色标改为 ±0.3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图：eta=0.3；范围kx a,ky a属于[-3pi,3pi]，共3×3个布里渊区。左侧为完整能带，灰度越深能量越大。右侧红正蓝负，颜色深浅表示曲率绝对值，色标范围±0.3。绿色为解析零曲率轨迹；黑虚线框住中心第一布里渊区。曲率针对无量纲图面(qx,qy,e)，不是Berry曲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左图线外空白，不是零能量。使用精确解析轨迹而非阈值筛选。各线上的能量仍然变化，曲率为零不等于能量或群速度为零。扩展3×3BZ展示同一带的周期结构。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来源：η=1　左侧只保留 κ_G=0 线上的能量，右侧为完整曲率图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图：eta=1；范围kx a,ky a属于[-3pi,3pi]，共3×3个布里渊区。左侧为严格零曲率线上的能量，线外留空。右侧红正蓝负，颜色深浅表示曲率绝对值，色标范围±1。绿色为解析零曲率轨迹；黑虚线框住中心第一布里渊区。曲率针对无量纲图面(qx,qy,e)，不是Berry曲率。</a:t>
            </a:r>
          </a:p>
          <a:p xmlns:a="http://schemas.openxmlformats.org/drawingml/2006/main">
            <a:br/>
            <a:r>
              <a:t>图：qx=kxa，qy=kya，e=epsilon/Jx，eta&gt;0；下标x,y指对无量纲q求偏导。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H控制局部二次谱相位，其特征值一般不是图面的主曲率。单条线B只有一个H本征值为0，交点C两个均为0。三类中心的区别用于设计比较。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 = ∂ᵢ∂ⱼe = diag(cos qₓ, η cos qᵧ)　以下先固定 η=1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图：A=(0.7,0.7)，B=(pi/2,0.7)，C=(pi/2,pi/2)。绿色为零曲率线，颜色对应e。三组初态只改变载波中心，统一初始概率RMS宽度6a。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振幅初态exp[-(nx²+ny²)/(4s²)]exp(iq0.n)，s=sigma/a。sigma为概率在每个方向的RMS。频谱概率RMS约1/(2s)=1/12。背景曲率统一正负.3，红正蓝负，FFT谱等高线为相对峰值.1,.5,.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来源：主比较：σ=6a，η=1，三组只改变载波中心 q₀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图：背景是各候选点附近的实际曲率，同一色标±0.3。等高线为实际FFT初始谱功率的0.1、0.5、0.9相对峰值；sigma=6a，谱RMS宽度约1/12。有限带宽会覆盖曲率不为零的邻域。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P初态完全相同，区别仅为载波中心。A0=max|psi0|，实部包含正负波峰。每个像素对应实际格点，不作平滑插值。C在两个方向载波周期均4a，A每轴约8.98a。Repsi不是单磁子数态的横向自旋均值，后者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来源：σ=6a，η=1，τ=0　色标 Reψ/A₀ 固定，总概率为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图：三组sigma=6a，总概率1，初始相位在包络中心固定为实正。色标以共同初始振幅峰值A0固定。初始概率完全相同，载波中心不同。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图中均减去各自实际质心，未缩放宽度，未逐图重标峰值。固定共同P0=maxP(0)。虚线为初始半径2sigma。末态宽度和F均来自完整离散概率矩与谱相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来源：新模拟：σ=6a，η=1，512×512 格点，完整余弦色散，τ=180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图：sigma=6a，eta=1，tau=180，三组均在各自概率质心坐标中显示；不缩放宽度，不逐图重标峰值。虚线是初始半径2sigma的轮廓。普通点两个方向展宽，零曲率线点保留一个方向的展宽，交点两个方向的展宽都较弱。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GIF为61个完整色散演化时刻，Repsi固定色标，各自共动坐标。固定初态相位并移除EF公共相位，没有逐帧重定相位。固定数单磁子态&lt;Sy&gt;=&lt;Sz&gt;=0，&lt;Sx&gt;=1/2-P。动画在静态PDF中只显示首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来源：新模拟：σ=6a，η=1，512×512 格点，完整余弦色散，动画 τ=0–180，共 61 个演化时刻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图：A/B/C同初宽6a、同时间0至180；共动坐标只减去各自概率质心。固定初始相位约定与色标。Repsi不是横向自旋均值；概率均为实际单磁子翻转概率。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利用谱平均速度和速度方差独立核验：均值位置=均值速度tau，sigma_i²(tau)=sigma_i²(0)+Var(u_i)tau²，初态无chirp。C在两个方向宽度均6.064309a，tau180均值位置179.376084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来源：主比较：相同初宽 6a、相同时间，行进距离并不相同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定义deltae=e-ubar.q-C0，C0是谱均值，去掉公共相位。F=|sum power exp(-i deltae tau)|²。该指标包含相位，并非只比较概率图像。图上为tau180的剩余相位，统一正负3rad饱和显示。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来源：F 为复振幅与“以自身谱平均速度平移的初态”的重叠平方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图：tau=180；delta e=e(q)-u_mean dot q-C，C是谱平均。等高线是同一初态频谱。所有面板固定色标±3rad，超出值饱和。完整复态F由实际频谱的相位叠加计算，不由色标或曲率近似推断。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本页是资源变化对照，初始sigma分别4、6、8a，不能说同初宽。初态空间较宽对应谱较窄，高阶相位更小。各自相对自身平移初态计算F，初始总概率同为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 点 q₀=(π/2,π/2)，η=1，1024×1024，τ=0–360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在C点展开，线性项减去后剩余-(deltaqx³+eta deltaqy³)/6+O(|deltaq|^5)。图为完整余弦演化的概率边际，不是仅由三阶截断求解。sigma4是展示高阶效应的单独控制实验，不能混成主比较sigma6。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 点，η=1，σ=4a，1024×1024，τ=0、180、360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图：交点中心(pi/2,pi/2)，独立控制sigma=4a，N=1024，tau至360。左图不按峰值归一化，右图固定另一个分量于pi/2，精确残差sin(delta q)-delta q。与主比较sigma=6a不同，不直接作同初宽性能比较。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此页固定同中心同初宽同时间，Hyy=eta cos .7。eta降低同时降低y平均群速度和y速度方差。不是等行进距离性能比较。eta1的sigma_y12.924a,F.722110，eta.3的sigma_y6.913a,F.959741。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来源：B 点 q₀=(π/2,0.7)，相同 σ=6a、τ=180，η=1 与 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图：B=(pi/2,0.7)，相同sigma=6a和tau=180，只改变eta。零曲率线位置不变，但剩余y方向二阶色散系数为eta cos0.7，因而y向展宽与群速度都改变。比较固定时间，非固定传播距离。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本阶段完成图面曲率解析、3×3扩展BZ图、三类中心对照、宽度控制与各向异性控制。数值检查通过归一化、谱概率矩、扩大盒、曲率差分和周期性。实际材料参数、阻尼、多磁子和制备需要后续工作。等距离的优化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来源：当前范围：均匀、零外场、无耗散的自旋 1/2 铁磁单磁子模型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b1be791a54e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770101b204d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260fe291540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82673284445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ad576654b49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34526edf94c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E03F8-CD4F-4F0C-BBFF-EFD885F42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3F2E92-4DD5-4890-9BC6-C8C6673DCC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5A7D41-1FE7-44AE-9636-7F8F257D8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D8E269-E92C-4F50-A7C5-B1CA8E4EB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E3FE72-83C2-49AA-84C6-C697E7E63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D5E28-65AF-4F57-B569-18CEE2A76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3204B-35DD-4818-B99F-0CA4F694C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8BA3DD-F00C-4420-9B6A-779BD0695D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D4B4A-50D0-4C83-917F-F6505DDB4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FF47B5-916D-4E91-A9FA-5CDE98842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72e8d8f76447e" /><Relationship Type="http://schemas.openxmlformats.org/officeDocument/2006/relationships/slideLayout" Target="/ppt/slideLayouts/slideLayout1.xml" Id="R5527adcb81814755" /><Relationship Type="http://schemas.openxmlformats.org/officeDocument/2006/relationships/slideLayout" Target="/ppt/slideLayouts/slideLayout2.xml" Id="R0fd7ccf12f50480f" /><Relationship Type="http://schemas.openxmlformats.org/officeDocument/2006/relationships/slideLayout" Target="/ppt/slideLayouts/slideLayout3.xml" Id="Ra971e88d62ae42e5" /><Relationship Type="http://schemas.openxmlformats.org/officeDocument/2006/relationships/slideLayout" Target="/ppt/slideLayouts/slideLayout4.xml" Id="R19079220c469454c" /><Relationship Type="http://schemas.openxmlformats.org/officeDocument/2006/relationships/slideLayout" Target="/ppt/slideLayouts/slideLayout5.xml" Id="Rceb433894d004d7e" /><Relationship Type="http://schemas.openxmlformats.org/officeDocument/2006/relationships/slideLayout" Target="/ppt/slideLayouts/slideLayout6.xml" Id="Re3e29c04616947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27adcb81814755"/>
    <p:sldLayoutId xmlns:r="http://schemas.openxmlformats.org/officeDocument/2006/relationships" id="2147483650" r:id="R0fd7ccf12f50480f"/>
    <p:sldLayoutId xmlns:r="http://schemas.openxmlformats.org/officeDocument/2006/relationships" id="2147483651" r:id="Ra971e88d62ae42e5"/>
    <p:sldLayoutId xmlns:r="http://schemas.openxmlformats.org/officeDocument/2006/relationships" id="2147483652" r:id="R19079220c469454c"/>
    <p:sldLayoutId xmlns:r="http://schemas.openxmlformats.org/officeDocument/2006/relationships" id="2147483653" r:id="Rceb433894d004d7e"/>
    <p:sldLayoutId xmlns:r="http://schemas.openxmlformats.org/officeDocument/2006/relationships" id="2147483654" r:id="Re3e29c04616947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3f13dc93c64eba" /><Relationship Type="http://schemas.openxmlformats.org/officeDocument/2006/relationships/image" Target="/ppt/media/image.png" Id="Re4bdb81000494a29" /><Relationship Type="http://schemas.openxmlformats.org/officeDocument/2006/relationships/image" Target="/ppt/media/image2.png" Id="R27c10c7c1d90488d" /><Relationship Type="http://schemas.openxmlformats.org/officeDocument/2006/relationships/notesSlide" Target="/ppt/notesSlides/notesSlide1.xml" Id="Rd1d02196e6c442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3be16a321340d3" /><Relationship Type="http://schemas.openxmlformats.org/officeDocument/2006/relationships/image" Target="/ppt/media/image3.png" Id="Rf7109ead529647d3" /><Relationship Type="http://schemas.openxmlformats.org/officeDocument/2006/relationships/image" Target="/ppt/media/image4.png" Id="R1cd4e25f74da42a9" /><Relationship Type="http://schemas.openxmlformats.org/officeDocument/2006/relationships/image" Target="/ppt/media/image5.png" Id="R45a50d975bb24cfb" /><Relationship Type="http://schemas.openxmlformats.org/officeDocument/2006/relationships/notesSlide" Target="/ppt/notesSlides/notesSlide2.xml" Id="Ra944f7a26b914c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52c03c08ff49fe" /><Relationship Type="http://schemas.openxmlformats.org/officeDocument/2006/relationships/image" Target="/ppt/media/image6.png" Id="R8f4530fb19d74a8b" /><Relationship Type="http://schemas.openxmlformats.org/officeDocument/2006/relationships/image" Target="/ppt/media/image7.png" Id="R18082c30ec0a4eeb" /><Relationship Type="http://schemas.openxmlformats.org/officeDocument/2006/relationships/notesSlide" Target="/ppt/notesSlides/notesSlide3.xml" Id="R7af0c680b8b14b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d741e80ed844b2" /><Relationship Type="http://schemas.openxmlformats.org/officeDocument/2006/relationships/image" Target="/ppt/media/image8.png" Id="R48b1e2db8abc41c2" /><Relationship Type="http://schemas.openxmlformats.org/officeDocument/2006/relationships/image" Target="/ppt/media/image9.png" Id="Raaa3343b6d794a7f" /><Relationship Type="http://schemas.openxmlformats.org/officeDocument/2006/relationships/notesSlide" Target="/ppt/notesSlides/notesSlide4.xml" Id="R9755b431c8d840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58b11a76a4be6" /><Relationship Type="http://schemas.openxmlformats.org/officeDocument/2006/relationships/image" Target="/ppt/media/image10.png" Id="R5a8b850f3c4d45eb" /><Relationship Type="http://schemas.openxmlformats.org/officeDocument/2006/relationships/notesSlide" Target="/ppt/notesSlides/notesSlide5.xml" Id="R0f5bf12c47774b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2dc4de4dc4f82" /><Relationship Type="http://schemas.openxmlformats.org/officeDocument/2006/relationships/image" Target="/ppt/media/image11.png" Id="R14f7cbf5c4bc4343" /><Relationship Type="http://schemas.openxmlformats.org/officeDocument/2006/relationships/notesSlide" Target="/ppt/notesSlides/notesSlide6.xml" Id="R6d73d9fda80a40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db26fcc3443f1" /><Relationship Type="http://schemas.openxmlformats.org/officeDocument/2006/relationships/image" Target="/ppt/media/image12.png" Id="Rd572b495eb3d4cac" /><Relationship Type="http://schemas.openxmlformats.org/officeDocument/2006/relationships/image" Target="/ppt/media/image13.png" Id="R602f947d23a84178" /><Relationship Type="http://schemas.openxmlformats.org/officeDocument/2006/relationships/notesSlide" Target="/ppt/notesSlides/notesSlide7.xml" Id="R709cf3b3c0604a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c1ff43972f40ed" /><Relationship Type="http://schemas.openxmlformats.org/officeDocument/2006/relationships/image" Target="/ppt/media/image14.png" Id="Ra7e55eefa5b14a34" /><Relationship Type="http://schemas.openxmlformats.org/officeDocument/2006/relationships/notesSlide" Target="/ppt/notesSlides/notesSlide8.xml" Id="R04db7994263543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eaa247ea54d4a" /><Relationship Type="http://schemas.openxmlformats.org/officeDocument/2006/relationships/image" Target="/ppt/media/image15.png" Id="R6d02aa490c894eb2" /><Relationship Type="http://schemas.openxmlformats.org/officeDocument/2006/relationships/notesSlide" Target="/ppt/notesSlides/notesSlide9.xml" Id="R02b24158db2548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08b215dc64a99" /><Relationship Type="http://schemas.openxmlformats.org/officeDocument/2006/relationships/image" Target="/ppt/media/image16.png" Id="R9908098db196434b" /><Relationship Type="http://schemas.openxmlformats.org/officeDocument/2006/relationships/notesSlide" Target="/ppt/notesSlides/notesSlide10.xml" Id="R494416837d6246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90e8625cfc47c4" /><Relationship Type="http://schemas.openxmlformats.org/officeDocument/2006/relationships/image" Target="/ppt/media/image17.png" Id="R7103347f9a3047c1" /><Relationship Type="http://schemas.openxmlformats.org/officeDocument/2006/relationships/notesSlide" Target="/ppt/notesSlides/notesSlide11.xml" Id="Rddd1a7e5f71a40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5ce44776a4a66" /><Relationship Type="http://schemas.openxmlformats.org/officeDocument/2006/relationships/image" Target="/ppt/media/image.gif" Id="R36a24eea2e0f4d69" /><Relationship Type="http://schemas.openxmlformats.org/officeDocument/2006/relationships/notesSlide" Target="/ppt/notesSlides/notesSlide12.xml" Id="R45052736c46744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5ade125c043af" /><Relationship Type="http://schemas.openxmlformats.org/officeDocument/2006/relationships/chart" Target="/ppt/slides/charts/chart1.xml" Id="Re220a56791d84c7f" /><Relationship Type="http://schemas.openxmlformats.org/officeDocument/2006/relationships/chart" Target="/ppt/slides/charts/chart2.xml" Id="R18183e896d7b4f91" /><Relationship Type="http://schemas.openxmlformats.org/officeDocument/2006/relationships/notesSlide" Target="/ppt/notesSlides/notesSlide13.xml" Id="Rf451c1ecff8c43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a437551594049" /><Relationship Type="http://schemas.openxmlformats.org/officeDocument/2006/relationships/image" Target="/ppt/media/image18.png" Id="R2a613eb3bfd44442" /><Relationship Type="http://schemas.openxmlformats.org/officeDocument/2006/relationships/chart" Target="/ppt/slides/charts/chart3.xml" Id="R04d1f781d2f34d56" /><Relationship Type="http://schemas.openxmlformats.org/officeDocument/2006/relationships/notesSlide" Target="/ppt/notesSlides/notesSlide14.xml" Id="R78bda1e9ad8242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b9a9ef3ee4321" /><Relationship Type="http://schemas.openxmlformats.org/officeDocument/2006/relationships/chart" Target="/ppt/slides/charts/chart4.xml" Id="R7af2f6566b5140e8" /><Relationship Type="http://schemas.openxmlformats.org/officeDocument/2006/relationships/notesSlide" Target="/ppt/notesSlides/notesSlide15.xml" Id="R1aecc605c11747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19ae14c0b4e7d" /><Relationship Type="http://schemas.openxmlformats.org/officeDocument/2006/relationships/image" Target="/ppt/media/image19.png" Id="R038ae8bf9d82420b" /><Relationship Type="http://schemas.openxmlformats.org/officeDocument/2006/relationships/notesSlide" Target="/ppt/notesSlides/notesSlide16.xml" Id="R83a8204d243047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f5c1063024bf2" /><Relationship Type="http://schemas.openxmlformats.org/officeDocument/2006/relationships/image" Target="/ppt/media/image20.png" Id="R0f529227f217478f" /><Relationship Type="http://schemas.openxmlformats.org/officeDocument/2006/relationships/chart" Target="/ppt/slides/charts/chart5.xml" Id="R4141fbeae2944e87" /><Relationship Type="http://schemas.openxmlformats.org/officeDocument/2006/relationships/notesSlide" Target="/ppt/notesSlides/notesSlide17.xml" Id="Re68905c7200b4d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ff3fefe8d44250" /><Relationship Type="http://schemas.openxmlformats.org/officeDocument/2006/relationships/notesSlide" Target="/ppt/notesSlides/notesSlide18.xml" Id="Rbaccca88e642407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x 方向 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</c:v>
              </c:pt>
              <c:pt idx="7">
                <c:v>6.146829358114048</c:v>
              </c:pt>
              <c:pt idx="8">
                <c:v>6.191081001018526</c:v>
              </c:pt>
              <c:pt idx="9">
                <c:v>6.240853558477321</c:v>
              </c:pt>
              <c:pt idx="10">
                <c:v>6.296016096654466</c:v>
              </c:pt>
              <c:pt idx="11">
                <c:v>6.356428290643408</c:v>
              </c:pt>
              <c:pt idx="12">
                <c:v>6.421941989199083</c:v>
              </c:pt>
              <c:pt idx="13">
                <c:v>6.492402758992336</c:v>
              </c:pt>
              <c:pt idx="14">
                <c:v>6.567651378620137</c:v>
              </c:pt>
              <c:pt idx="15">
                <c:v>6.647525257642674</c:v>
              </c:pt>
              <c:pt idx="16">
                <c:v>6.7318597612168265</c:v>
              </c:pt>
              <c:pt idx="17">
                <c:v>6.820489426146035</c:v>
              </c:pt>
              <c:pt idx="18">
                <c:v>6.913249059120908</c:v>
              </c:pt>
              <c:pt idx="19">
                <c:v>7.00997471240011</c:v>
              </c:pt>
              <c:pt idx="20">
                <c:v>7.110504536059909</c:v>
              </c:pt>
              <c:pt idx="21">
                <c:v>7.214679509164265</c:v>
              </c:pt>
              <c:pt idx="22">
                <c:v>7.322344054766037</c:v>
              </c:pt>
              <c:pt idx="23">
                <c:v>7.433346545571988</c:v>
              </c:pt>
              <c:pt idx="24">
                <c:v>7.547539708444938</c:v>
              </c:pt>
              <c:pt idx="25">
                <c:v>7.664780936747366</c:v>
              </c:pt>
              <c:pt idx="26">
                <c:v>7.7849325199313855</c:v>
              </c:pt>
              <c:pt idx="27">
                <c:v>7.907861799831307</c:v>
              </c:pt>
              <c:pt idx="28">
                <c:v>8.033441262893751</c:v>
              </c:pt>
              <c:pt idx="29">
                <c:v>8.161548577156376</c:v>
              </c:pt>
              <c:pt idx="30">
                <c:v>8.292066582221178</c:v>
              </c:pt>
              <c:pt idx="31">
                <c:v>8.42488323981299</c:v>
              </c:pt>
              <c:pt idx="32">
                <c:v>8.55989155181075</c:v>
              </c:pt>
              <c:pt idx="33">
                <c:v>8.696989451921104</c:v>
              </c:pt>
              <c:pt idx="34">
                <c:v>8.83607967645604</c:v>
              </c:pt>
              <c:pt idx="35">
                <c:v>8.977069618996982</c:v>
              </c:pt>
              <c:pt idx="36">
                <c:v>9.119871173089258</c:v>
              </c:pt>
              <c:pt idx="37">
                <c:v>9.264400566521124</c:v>
              </c:pt>
              <c:pt idx="38">
                <c:v>9.410578190204681</c:v>
              </c:pt>
              <c:pt idx="39">
                <c:v>9.558328424193308</c:v>
              </c:pt>
              <c:pt idx="40">
                <c:v>9.707579462941013</c:v>
              </c:pt>
              <c:pt idx="41">
                <c:v>9.858263141531229</c:v>
              </c:pt>
              <c:pt idx="42">
                <c:v>10.010314764272845</c:v>
              </c:pt>
              <c:pt idx="43">
                <c:v>10.163672936775917</c:v>
              </c:pt>
              <c:pt idx="44">
                <c:v>10.31827940237471</c:v>
              </c:pt>
              <c:pt idx="45">
                <c:v>10.474078883557052</c:v>
              </c:pt>
              <c:pt idx="46">
                <c:v>10.631018928882968</c:v>
              </c:pt>
              <c:pt idx="47">
                <c:v>10.789049765727604</c:v>
              </c:pt>
              <c:pt idx="48">
                <c:v>10.948124159060876</c:v>
              </c:pt>
              <c:pt idx="49">
                <c:v>11.108197276374984</c:v>
              </c:pt>
              <c:pt idx="50">
                <c:v>11.269226558788466</c:v>
              </c:pt>
              <c:pt idx="51">
                <c:v>11.431171598288989</c:v>
              </c:pt>
              <c:pt idx="52">
                <c:v>11.593994021024027</c:v>
              </c:pt>
              <c:pt idx="53">
                <c:v>11.757657376507433</c:v>
              </c:pt>
              <c:pt idx="54">
                <c:v>11.922127032577912</c:v>
              </c:pt>
              <c:pt idx="55">
                <c:v>12.087370075922102</c:v>
              </c:pt>
              <c:pt idx="56">
                <c:v>12.253355217957886</c:v>
              </c:pt>
              <c:pt idx="57">
                <c:v>12.420052705862446</c:v>
              </c:pt>
              <c:pt idx="58">
                <c:v>12.587434238522679</c:v>
              </c:pt>
              <c:pt idx="59">
                <c:v>12.755472887182643</c:v>
              </c:pt>
              <c:pt idx="60">
                <c:v>12.924143020562596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6.000017959384353</c:v>
              </c:pt>
              <c:pt idx="2">
                <c:v>6.000071837214877</c:v>
              </c:pt>
              <c:pt idx="3">
                <c:v>6.000161632523994</c:v>
              </c:pt>
              <c:pt idx="4">
                <c:v>6.0002873436991715</c:v>
              </c:pt>
              <c:pt idx="5">
                <c:v>6.000448968483065</c:v>
              </c:pt>
              <c:pt idx="6">
                <c:v>6.000646503973721</c:v>
              </c:pt>
              <c:pt idx="7">
                <c:v>6.000879946624842</c:v>
              </c:pt>
              <c:pt idx="8">
                <c:v>6.001149292246098</c:v>
              </c:pt>
              <c:pt idx="9">
                <c:v>6.001454536003509</c:v>
              </c:pt>
              <c:pt idx="10">
                <c:v>6.00179567241987</c:v>
              </c:pt>
              <c:pt idx="11">
                <c:v>6.002172695375254</c:v>
              </c:pt>
              <c:pt idx="12">
                <c:v>6.002585598107549</c:v>
              </c:pt>
              <c:pt idx="13">
                <c:v>6.003034373213071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6.004595849122852</c:v>
              </c:pt>
              <c:pt idx="17">
                <c:v>6.005188026877352</c:v>
              </c:pt>
              <c:pt idx="18">
                <c:v>6.00581603038824</c:v>
              </c:pt>
              <c:pt idx="19">
                <c:v>6.006479848418304</c:v>
              </c:pt>
              <c:pt idx="20">
                <c:v>6.00717946909459</c:v>
              </c:pt>
              <c:pt idx="21">
                <c:v>6.007914879909459</c:v>
              </c:pt>
              <c:pt idx="22">
                <c:v>6.008686067721709</c:v>
              </c:pt>
              <c:pt idx="23">
                <c:v>6.009493018757741</c:v>
              </c:pt>
              <c:pt idx="24">
                <c:v>6.010335718612783</c:v>
              </c:pt>
              <c:pt idx="25">
                <c:v>6.011214152252172</c:v>
              </c:pt>
              <c:pt idx="26">
                <c:v>6.012128304012691</c:v>
              </c:pt>
              <c:pt idx="27">
                <c:v>6.013078157603958</c:v>
              </c:pt>
              <c:pt idx="28">
                <c:v>6.014063696109863</c:v>
              </c:pt>
              <c:pt idx="29">
                <c:v>6.015084901990083</c:v>
              </c:pt>
              <c:pt idx="30">
                <c:v>6.016141757081609</c:v>
              </c:pt>
              <c:pt idx="31">
                <c:v>6.017234242600374</c:v>
              </c:pt>
              <c:pt idx="32">
                <c:v>6.0183623391428975</c:v>
              </c:pt>
              <c:pt idx="33">
                <c:v>6.019526026687998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6.0232304258988325</c:v>
              </c:pt>
              <c:pt idx="37">
                <c:v>6.024536264951209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6.030114198202493</c:v>
              </c:pt>
              <c:pt idx="42">
                <c:v>6.031597202810374</c:v>
              </c:pt>
              <c:pt idx="43">
                <c:v>6.0331155646486785</c:v>
              </c:pt>
              <c:pt idx="44">
                <c:v>6.03466925702908</c:v>
              </c:pt>
              <c:pt idx="45">
                <c:v>6.036258252670046</c:v>
              </c:pt>
              <c:pt idx="46">
                <c:v>6.0378825236991895</c:v>
              </c:pt>
              <c:pt idx="47">
                <c:v>6.039542041655687</c:v>
              </c:pt>
              <c:pt idx="48">
                <c:v>6.0412367774927125</c:v>
              </c:pt>
              <c:pt idx="49">
                <c:v>6.042966701579953</c:v>
              </c:pt>
              <c:pt idx="50">
                <c:v>6.044731783706139</c:v>
              </c:pt>
              <c:pt idx="51">
                <c:v>6.046531993081643</c:v>
              </c:pt>
              <c:pt idx="52">
                <c:v>6.048367298341105</c:v>
              </c:pt>
              <c:pt idx="53">
                <c:v>6.050237667546117</c:v>
              </c:pt>
              <c:pt idx="54">
                <c:v>6.052143068187929</c:v>
              </c:pt>
              <c:pt idx="55">
                <c:v>6.05408346719023</c:v>
              </c:pt>
              <c:pt idx="56">
                <c:v>6.056058830911946</c:v>
              </c:pt>
              <c:pt idx="57">
                <c:v>6.058069125150073</c:v>
              </c:pt>
              <c:pt idx="58">
                <c:v>6.06011431514259</c:v>
              </c:pt>
              <c:pt idx="59">
                <c:v>6.06219436557137</c:v>
              </c:pt>
              <c:pt idx="60">
                <c:v>6.064309240565158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</c:v>
              </c:pt>
              <c:pt idx="1">
                <c:v>6.000017959384353</c:v>
              </c:pt>
              <c:pt idx="2">
                <c:v>6.000071837214876</c:v>
              </c:pt>
              <c:pt idx="3">
                <c:v>6.000161632523995</c:v>
              </c:pt>
              <c:pt idx="4">
                <c:v>6.0002873436991715</c:v>
              </c:pt>
              <c:pt idx="5">
                <c:v>6.000448968483064</c:v>
              </c:pt>
              <c:pt idx="6">
                <c:v>6.00064650397372</c:v>
              </c:pt>
              <c:pt idx="7">
                <c:v>6.000879946624841</c:v>
              </c:pt>
              <c:pt idx="8">
                <c:v>6.001149292246099</c:v>
              </c:pt>
              <c:pt idx="9">
                <c:v>6.001454536003509</c:v>
              </c:pt>
              <c:pt idx="10">
                <c:v>6.001795672419871</c:v>
              </c:pt>
              <c:pt idx="11">
                <c:v>6.002172695375254</c:v>
              </c:pt>
              <c:pt idx="12">
                <c:v>6.002585598107549</c:v>
              </c:pt>
              <c:pt idx="13">
                <c:v>6.00303437321307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6.004595849122854</c:v>
              </c:pt>
              <c:pt idx="17">
                <c:v>6.005188026877352</c:v>
              </c:pt>
              <c:pt idx="18">
                <c:v>6.005816030388241</c:v>
              </c:pt>
              <c:pt idx="19">
                <c:v>6.006479848418305</c:v>
              </c:pt>
              <c:pt idx="20">
                <c:v>6.007179469094588</c:v>
              </c:pt>
              <c:pt idx="21">
                <c:v>6.007914879909459</c:v>
              </c:pt>
              <c:pt idx="22">
                <c:v>6.00868606772171</c:v>
              </c:pt>
              <c:pt idx="23">
                <c:v>6.009493018757741</c:v>
              </c:pt>
              <c:pt idx="24">
                <c:v>6.010335718612782</c:v>
              </c:pt>
              <c:pt idx="25">
                <c:v>6.0112141522521725</c:v>
              </c:pt>
              <c:pt idx="26">
                <c:v>6.012128304012692</c:v>
              </c:pt>
              <c:pt idx="27">
                <c:v>6.013078157603958</c:v>
              </c:pt>
              <c:pt idx="28">
                <c:v>6.014063696109864</c:v>
              </c:pt>
              <c:pt idx="29">
                <c:v>6.0150849019900825</c:v>
              </c:pt>
              <c:pt idx="30">
                <c:v>6.016141757081609</c:v>
              </c:pt>
              <c:pt idx="31">
                <c:v>6.017234242600372</c:v>
              </c:pt>
              <c:pt idx="32">
                <c:v>6.018362339142896</c:v>
              </c:pt>
              <c:pt idx="33">
                <c:v>6.0195260266879975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6.0232304258988325</c:v>
              </c:pt>
              <c:pt idx="37">
                <c:v>6.02453626495121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6.030114198202492</c:v>
              </c:pt>
              <c:pt idx="42">
                <c:v>6.0315972028103735</c:v>
              </c:pt>
              <c:pt idx="43">
                <c:v>6.0331155646486785</c:v>
              </c:pt>
              <c:pt idx="44">
                <c:v>6.034669257029079</c:v>
              </c:pt>
              <c:pt idx="45">
                <c:v>6.036258252670045</c:v>
              </c:pt>
              <c:pt idx="46">
                <c:v>6.0378825236991895</c:v>
              </c:pt>
              <c:pt idx="47">
                <c:v>6.039542041655687</c:v>
              </c:pt>
              <c:pt idx="48">
                <c:v>6.04123677749271</c:v>
              </c:pt>
              <c:pt idx="49">
                <c:v>6.04296670157995</c:v>
              </c:pt>
              <c:pt idx="50">
                <c:v>6.044731783706138</c:v>
              </c:pt>
              <c:pt idx="51">
                <c:v>6.046531993081643</c:v>
              </c:pt>
              <c:pt idx="52">
                <c:v>6.048367298341104</c:v>
              </c:pt>
              <c:pt idx="53">
                <c:v>6.0502376675461145</c:v>
              </c:pt>
              <c:pt idx="54">
                <c:v>6.052143068187929</c:v>
              </c:pt>
              <c:pt idx="55">
                <c:v>6.054083467190232</c:v>
              </c:pt>
              <c:pt idx="56">
                <c:v>6.056058830911944</c:v>
              </c:pt>
              <c:pt idx="57">
                <c:v>6.058069125150073</c:v>
              </c:pt>
              <c:pt idx="58">
                <c:v>6.060114315142588</c:v>
              </c:pt>
              <c:pt idx="59">
                <c:v>6.0621943655713695</c:v>
              </c:pt>
              <c:pt idx="60">
                <c:v>6.064309240565157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 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</c:v>
              </c:pt>
              <c:pt idx="7">
                <c:v>6.146829358114046</c:v>
              </c:pt>
              <c:pt idx="8">
                <c:v>6.191081001018527</c:v>
              </c:pt>
              <c:pt idx="9">
                <c:v>6.24085355847732</c:v>
              </c:pt>
              <c:pt idx="10">
                <c:v>6.296016096654466</c:v>
              </c:pt>
              <c:pt idx="11">
                <c:v>6.356428290643408</c:v>
              </c:pt>
              <c:pt idx="12">
                <c:v>6.421941989199083</c:v>
              </c:pt>
              <c:pt idx="13">
                <c:v>6.492402758992336</c:v>
              </c:pt>
              <c:pt idx="14">
                <c:v>6.567651378620137</c:v>
              </c:pt>
              <c:pt idx="15">
                <c:v>6.647525257642674</c:v>
              </c:pt>
              <c:pt idx="16">
                <c:v>6.731859761216826</c:v>
              </c:pt>
              <c:pt idx="17">
                <c:v>6.820489426146035</c:v>
              </c:pt>
              <c:pt idx="18">
                <c:v>6.913249059120908</c:v>
              </c:pt>
              <c:pt idx="19">
                <c:v>7.00997471240011</c:v>
              </c:pt>
              <c:pt idx="20">
                <c:v>7.110504536059909</c:v>
              </c:pt>
              <c:pt idx="21">
                <c:v>7.214679509164266</c:v>
              </c:pt>
              <c:pt idx="22">
                <c:v>7.322344054766038</c:v>
              </c:pt>
              <c:pt idx="23">
                <c:v>7.433346545571987</c:v>
              </c:pt>
              <c:pt idx="24">
                <c:v>7.547539708444938</c:v>
              </c:pt>
              <c:pt idx="25">
                <c:v>7.664780936747366</c:v>
              </c:pt>
              <c:pt idx="26">
                <c:v>7.784932519931385</c:v>
              </c:pt>
              <c:pt idx="27">
                <c:v>7.907861799831307</c:v>
              </c:pt>
              <c:pt idx="28">
                <c:v>8.033441262893751</c:v>
              </c:pt>
              <c:pt idx="29">
                <c:v>8.161548577156374</c:v>
              </c:pt>
              <c:pt idx="30">
                <c:v>8.292066582221178</c:v>
              </c:pt>
              <c:pt idx="31">
                <c:v>8.42488323981299</c:v>
              </c:pt>
              <c:pt idx="32">
                <c:v>8.55989155181075</c:v>
              </c:pt>
              <c:pt idx="33">
                <c:v>8.696989451921104</c:v>
              </c:pt>
              <c:pt idx="34">
                <c:v>8.83607967645604</c:v>
              </c:pt>
              <c:pt idx="35">
                <c:v>8.977069618996984</c:v>
              </c:pt>
              <c:pt idx="36">
                <c:v>9.119871173089257</c:v>
              </c:pt>
              <c:pt idx="37">
                <c:v>9.264400566521124</c:v>
              </c:pt>
              <c:pt idx="38">
                <c:v>9.410578190204683</c:v>
              </c:pt>
              <c:pt idx="39">
                <c:v>9.558328424193308</c:v>
              </c:pt>
              <c:pt idx="40">
                <c:v>9.707579462941014</c:v>
              </c:pt>
              <c:pt idx="41">
                <c:v>9.858263141531229</c:v>
              </c:pt>
              <c:pt idx="42">
                <c:v>10.010314764272843</c:v>
              </c:pt>
              <c:pt idx="43">
                <c:v>10.163672936775916</c:v>
              </c:pt>
              <c:pt idx="44">
                <c:v>10.318279402374708</c:v>
              </c:pt>
              <c:pt idx="45">
                <c:v>10.47407888355705</c:v>
              </c:pt>
              <c:pt idx="46">
                <c:v>10.631018928882968</c:v>
              </c:pt>
              <c:pt idx="47">
                <c:v>10.789049765727603</c:v>
              </c:pt>
              <c:pt idx="48">
                <c:v>10.948124159060876</c:v>
              </c:pt>
              <c:pt idx="49">
                <c:v>11.108197276374982</c:v>
              </c:pt>
              <c:pt idx="50">
                <c:v>11.269226558788466</c:v>
              </c:pt>
              <c:pt idx="51">
                <c:v>11.431171598288989</c:v>
              </c:pt>
              <c:pt idx="52">
                <c:v>11.593994021024027</c:v>
              </c:pt>
              <c:pt idx="53">
                <c:v>11.757657376507433</c:v>
              </c:pt>
              <c:pt idx="54">
                <c:v>11.922127032577912</c:v>
              </c:pt>
              <c:pt idx="55">
                <c:v>12.087370075922102</c:v>
              </c:pt>
              <c:pt idx="56">
                <c:v>12.253355217957887</c:v>
              </c:pt>
              <c:pt idx="57">
                <c:v>12.420052705862444</c:v>
              </c:pt>
              <c:pt idx="58">
                <c:v>12.587434238522679</c:v>
              </c:pt>
              <c:pt idx="59">
                <c:v>12.755472887182641</c:v>
              </c:pt>
              <c:pt idx="60">
                <c:v>12.924143020562596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6.108218621509841</c:v>
              </c:pt>
              <c:pt idx="7">
                <c:v>6.146829358114047</c:v>
              </c:pt>
              <c:pt idx="8">
                <c:v>6.191081001018528</c:v>
              </c:pt>
              <c:pt idx="9">
                <c:v>6.240853558477321</c:v>
              </c:pt>
              <c:pt idx="10">
                <c:v>6.2960160966544665</c:v>
              </c:pt>
              <c:pt idx="11">
                <c:v>6.35642829064341</c:v>
              </c:pt>
              <c:pt idx="12">
                <c:v>6.421941989199083</c:v>
              </c:pt>
              <c:pt idx="13">
                <c:v>6.492402758992338</c:v>
              </c:pt>
              <c:pt idx="14">
                <c:v>6.5676513786201385</c:v>
              </c:pt>
              <c:pt idx="15">
                <c:v>6.647525257642675</c:v>
              </c:pt>
              <c:pt idx="16">
                <c:v>6.731859761216828</c:v>
              </c:pt>
              <c:pt idx="17">
                <c:v>6.820489426146037</c:v>
              </c:pt>
              <c:pt idx="18">
                <c:v>6.913249059120909</c:v>
              </c:pt>
              <c:pt idx="19">
                <c:v>7.009974712400113</c:v>
              </c:pt>
              <c:pt idx="20">
                <c:v>7.110504536059912</c:v>
              </c:pt>
              <c:pt idx="21">
                <c:v>7.214679509164265</c:v>
              </c:pt>
              <c:pt idx="22">
                <c:v>7.32234405476604</c:v>
              </c:pt>
              <c:pt idx="23">
                <c:v>7.433346545571991</c:v>
              </c:pt>
              <c:pt idx="24">
                <c:v>7.547539708444938</c:v>
              </c:pt>
              <c:pt idx="25">
                <c:v>7.664780936747369</c:v>
              </c:pt>
              <c:pt idx="26">
                <c:v>7.784932519931388</c:v>
              </c:pt>
              <c:pt idx="27">
                <c:v>7.907861799831312</c:v>
              </c:pt>
              <c:pt idx="28">
                <c:v>8.033441262893755</c:v>
              </c:pt>
              <c:pt idx="29">
                <c:v>8.161548577156378</c:v>
              </c:pt>
              <c:pt idx="30">
                <c:v>8.292066582221182</c:v>
              </c:pt>
              <c:pt idx="31">
                <c:v>8.424883239812996</c:v>
              </c:pt>
              <c:pt idx="32">
                <c:v>8.559891551810756</c:v>
              </c:pt>
              <c:pt idx="33">
                <c:v>8.69698945192111</c:v>
              </c:pt>
              <c:pt idx="34">
                <c:v>8.836079676456045</c:v>
              </c:pt>
              <c:pt idx="35">
                <c:v>8.97706961899699</c:v>
              </c:pt>
              <c:pt idx="36">
                <c:v>9.119871173089264</c:v>
              </c:pt>
              <c:pt idx="37">
                <c:v>9.264400566521125</c:v>
              </c:pt>
              <c:pt idx="38">
                <c:v>9.410578190204689</c:v>
              </c:pt>
              <c:pt idx="39">
                <c:v>9.558328424193316</c:v>
              </c:pt>
              <c:pt idx="40">
                <c:v>9.707579462941021</c:v>
              </c:pt>
              <c:pt idx="41">
                <c:v>9.858263141531236</c:v>
              </c:pt>
              <c:pt idx="42">
                <c:v>10.010314764272845</c:v>
              </c:pt>
              <c:pt idx="43">
                <c:v>10.163672936775923</c:v>
              </c:pt>
              <c:pt idx="44">
                <c:v>10.318279402374717</c:v>
              </c:pt>
              <c:pt idx="45">
                <c:v>10.474078883557054</c:v>
              </c:pt>
              <c:pt idx="46">
                <c:v>10.631018928882979</c:v>
              </c:pt>
              <c:pt idx="47">
                <c:v>10.789049765727608</c:v>
              </c:pt>
              <c:pt idx="48">
                <c:v>10.948124159060878</c:v>
              </c:pt>
              <c:pt idx="49">
                <c:v>11.108197276374984</c:v>
              </c:pt>
              <c:pt idx="50">
                <c:v>11.269226558788475</c:v>
              </c:pt>
              <c:pt idx="51">
                <c:v>11.431171598288993</c:v>
              </c:pt>
              <c:pt idx="52">
                <c:v>11.593994021024034</c:v>
              </c:pt>
              <c:pt idx="53">
                <c:v>11.75765737650744</c:v>
              </c:pt>
              <c:pt idx="54">
                <c:v>11.922127032577924</c:v>
              </c:pt>
              <c:pt idx="55">
                <c:v>12.087370075922106</c:v>
              </c:pt>
              <c:pt idx="56">
                <c:v>12.253355217957893</c:v>
              </c:pt>
              <c:pt idx="57">
                <c:v>12.420052705862455</c:v>
              </c:pt>
              <c:pt idx="58">
                <c:v>12.587434238522688</c:v>
              </c:pt>
              <c:pt idx="59">
                <c:v>12.755472887182659</c:v>
              </c:pt>
              <c:pt idx="60">
                <c:v>12.924143020562603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6.000017959384354</c:v>
              </c:pt>
              <c:pt idx="2">
                <c:v>6.000071837214876</c:v>
              </c:pt>
              <c:pt idx="3">
                <c:v>6.000161632523995</c:v>
              </c:pt>
              <c:pt idx="4">
                <c:v>6.0002873436991715</c:v>
              </c:pt>
              <c:pt idx="5">
                <c:v>6.000448968483065</c:v>
              </c:pt>
              <c:pt idx="6">
                <c:v>6.000646503973721</c:v>
              </c:pt>
              <c:pt idx="7">
                <c:v>6.000879946624842</c:v>
              </c:pt>
              <c:pt idx="8">
                <c:v>6.001149292246099</c:v>
              </c:pt>
              <c:pt idx="9">
                <c:v>6.001454536003509</c:v>
              </c:pt>
              <c:pt idx="10">
                <c:v>6.001795672419871</c:v>
              </c:pt>
              <c:pt idx="11">
                <c:v>6.002172695375255</c:v>
              </c:pt>
              <c:pt idx="12">
                <c:v>6.002585598107548</c:v>
              </c:pt>
              <c:pt idx="13">
                <c:v>6.003034373213069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6.004595849122853</c:v>
              </c:pt>
              <c:pt idx="17">
                <c:v>6.0051880268773505</c:v>
              </c:pt>
              <c:pt idx="18">
                <c:v>6.005816030388241</c:v>
              </c:pt>
              <c:pt idx="19">
                <c:v>6.006479848418305</c:v>
              </c:pt>
              <c:pt idx="20">
                <c:v>6.007179469094588</c:v>
              </c:pt>
              <c:pt idx="21">
                <c:v>6.007914879909459</c:v>
              </c:pt>
              <c:pt idx="22">
                <c:v>6.00868606772171</c:v>
              </c:pt>
              <c:pt idx="23">
                <c:v>6.00949301875774</c:v>
              </c:pt>
              <c:pt idx="24">
                <c:v>6.010335718612782</c:v>
              </c:pt>
              <c:pt idx="25">
                <c:v>6.0112141522521725</c:v>
              </c:pt>
              <c:pt idx="26">
                <c:v>6.012128304012692</c:v>
              </c:pt>
              <c:pt idx="27">
                <c:v>6.013078157603957</c:v>
              </c:pt>
              <c:pt idx="28">
                <c:v>6.014063696109863</c:v>
              </c:pt>
              <c:pt idx="29">
                <c:v>6.015084901990082</c:v>
              </c:pt>
              <c:pt idx="30">
                <c:v>6.016141757081609</c:v>
              </c:pt>
              <c:pt idx="31">
                <c:v>6.017234242600373</c:v>
              </c:pt>
              <c:pt idx="32">
                <c:v>6.018362339142896</c:v>
              </c:pt>
              <c:pt idx="33">
                <c:v>6.0195260266879975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</c:v>
              </c:pt>
              <c:pt idx="37">
                <c:v>6.024536264951209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6.030114198202492</c:v>
              </c:pt>
              <c:pt idx="42">
                <c:v>6.0315972028103735</c:v>
              </c:pt>
              <c:pt idx="43">
                <c:v>6.0331155646486785</c:v>
              </c:pt>
              <c:pt idx="44">
                <c:v>6.034669257029079</c:v>
              </c:pt>
              <c:pt idx="45">
                <c:v>6.036258252670044</c:v>
              </c:pt>
              <c:pt idx="46">
                <c:v>6.0378825236991895</c:v>
              </c:pt>
              <c:pt idx="47">
                <c:v>6.039542041655686</c:v>
              </c:pt>
              <c:pt idx="48">
                <c:v>6.04123677749271</c:v>
              </c:pt>
              <c:pt idx="49">
                <c:v>6.04296670157995</c:v>
              </c:pt>
              <c:pt idx="50">
                <c:v>6.044731783706138</c:v>
              </c:pt>
              <c:pt idx="51">
                <c:v>6.046531993081643</c:v>
              </c:pt>
              <c:pt idx="52">
                <c:v>6.048367298341104</c:v>
              </c:pt>
              <c:pt idx="53">
                <c:v>6.050237667546114</c:v>
              </c:pt>
              <c:pt idx="54">
                <c:v>6.05214306818793</c:v>
              </c:pt>
              <c:pt idx="55">
                <c:v>6.054083467190232</c:v>
              </c:pt>
              <c:pt idx="56">
                <c:v>6.056058830911943</c:v>
              </c:pt>
              <c:pt idx="57">
                <c:v>6.058069125150072</c:v>
              </c:pt>
              <c:pt idx="58">
                <c:v>6.060114315142588</c:v>
              </c:pt>
              <c:pt idx="59">
                <c:v>6.0621943655713695</c:v>
              </c:pt>
              <c:pt idx="60">
                <c:v>6.064309240565156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相对平移初态的重叠 F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0.9997475068670034</c:v>
              </c:pt>
              <c:pt idx="2">
                <c:v>0.9989907946691869</c:v>
              </c:pt>
              <c:pt idx="3">
                <c:v>0.9977321590786538</c:v>
              </c:pt>
              <c:pt idx="4">
                <c:v>0.9959754065323531</c:v>
              </c:pt>
              <c:pt idx="5">
                <c:v>0.9937258250136651</c:v>
              </c:pt>
              <c:pt idx="6">
                <c:v>0.9909901437516666</c:v>
              </c:pt>
              <c:pt idx="7">
                <c:v>0.9877764824252614</c:v>
              </c:pt>
              <c:pt idx="8">
                <c:v>0.9840942906023503</c:v>
              </c:pt>
              <c:pt idx="9">
                <c:v>0.9799542782699177</c:v>
              </c:pt>
              <c:pt idx="10">
                <c:v>0.9753683384167359</c:v>
              </c:pt>
              <c:pt idx="11">
                <c:v>0.9703494627146345</c:v>
              </c:pt>
              <c:pt idx="12">
                <c:v>0.964911651405666</c:v>
              </c:pt>
              <c:pt idx="13">
                <c:v>0.9590698185407998</c:v>
              </c:pt>
              <c:pt idx="14">
                <c:v>0.9528396937312056</c:v>
              </c:pt>
              <c:pt idx="15">
                <c:v>0.9462377215667083</c:v>
              </c:pt>
              <c:pt idx="16">
                <c:v>0.9392809598291891</c:v>
              </c:pt>
              <c:pt idx="17">
                <c:v>0.9319869775834284</c:v>
              </c:pt>
              <c:pt idx="18">
                <c:v>0.9243737541666055</c:v>
              </c:pt>
              <c:pt idx="19">
                <c:v>0.9164595800228517</c:v>
              </c:pt>
              <c:pt idx="20">
                <c:v>0.9082629602436871</c:v>
              </c:pt>
              <c:pt idx="21">
                <c:v>0.899802521581605</c:v>
              </c:pt>
              <c:pt idx="22">
                <c:v>0.8910969236051391</c:v>
              </c:pt>
              <c:pt idx="23">
                <c:v>0.8821647745621137</c:v>
              </c:pt>
              <c:pt idx="24">
                <c:v>0.873024552415694</c:v>
              </c:pt>
              <c:pt idx="25">
                <c:v>0.8636945314175106</c:v>
              </c:pt>
              <c:pt idx="26">
                <c:v>0.8541927144852813</c:v>
              </c:pt>
              <c:pt idx="27">
                <c:v>0.8445367715606066</c:v>
              </c:pt>
              <c:pt idx="28">
                <c:v>0.8347439840370847</c:v>
              </c:pt>
              <c:pt idx="29">
                <c:v>0.8248311952706204</c:v>
              </c:pt>
              <c:pt idx="30">
                <c:v>0.8148147671132907</c:v>
              </c:pt>
              <c:pt idx="31">
                <c:v>0.8047105423499036</c:v>
              </c:pt>
              <c:pt idx="32">
                <c:v>0.7945338128624563</c:v>
              </c:pt>
              <c:pt idx="33">
                <c:v>0.784299293302083</c:v>
              </c:pt>
              <c:pt idx="34">
                <c:v>0.7740211000105576</c:v>
              </c:pt>
              <c:pt idx="35">
                <c:v>0.7637127349035421</c:v>
              </c:pt>
              <c:pt idx="36">
                <c:v>0.7533870740051808</c:v>
              </c:pt>
              <c:pt idx="37">
                <c:v>0.7430563603076749</c:v>
              </c:pt>
              <c:pt idx="38">
                <c:v>0.732732200619599</c:v>
              </c:pt>
              <c:pt idx="39">
                <c:v>0.722425566062271</c:v>
              </c:pt>
              <c:pt idx="40">
                <c:v>0.7121467958738128</c:v>
              </c:pt>
              <c:pt idx="41">
                <c:v>0.7019056041850108</c:v>
              </c:pt>
              <c:pt idx="42">
                <c:v>0.691711089439058</c:v>
              </c:pt>
              <c:pt idx="43">
                <c:v>0.6815717461381874</c:v>
              </c:pt>
              <c:pt idx="44">
                <c:v>0.6714954786134505</c:v>
              </c:pt>
              <c:pt idx="45">
                <c:v>0.6614896165290399</c:v>
              </c:pt>
              <c:pt idx="46">
                <c:v>0.6515609318490602</c:v>
              </c:pt>
              <c:pt idx="47">
                <c:v>0.6417156570121264</c:v>
              </c:pt>
              <c:pt idx="48">
                <c:v>0.6319595040772407</c:v>
              </c:pt>
              <c:pt idx="49">
                <c:v>0.6222976846227586</c:v>
              </c:pt>
              <c:pt idx="50">
                <c:v>0.612734930198574</c:v>
              </c:pt>
              <c:pt idx="51">
                <c:v>0.6032755131497677</c:v>
              </c:pt>
              <c:pt idx="52">
                <c:v>0.5939232676476245</c:v>
              </c:pt>
              <c:pt idx="53">
                <c:v>0.5846816107809706</c:v>
              </c:pt>
              <c:pt idx="54">
                <c:v>0.5755535635771627</c:v>
              </c:pt>
              <c:pt idx="55">
                <c:v>0.5665417718375548</c:v>
              </c:pt>
              <c:pt idx="56">
                <c:v>0.5576485266869388</c:v>
              </c:pt>
              <c:pt idx="57">
                <c:v>0.5488757847501541</c:v>
              </c:pt>
              <c:pt idx="58">
                <c:v>0.5402251878818269</c:v>
              </c:pt>
              <c:pt idx="59">
                <c:v>0.5316980823869922</c:v>
              </c:pt>
              <c:pt idx="60">
                <c:v>0.5232955376811795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0.9998732466566205</c:v>
              </c:pt>
              <c:pt idx="2">
                <c:v>0.9994932755101481</c:v>
              </c:pt>
              <c:pt idx="3">
                <c:v>0.9988609513293358</c:v>
              </c:pt>
              <c:pt idx="4">
                <c:v>0.9979777091464409</c:v>
              </c:pt>
              <c:pt idx="5">
                <c:v>0.9968455449712161</c:v>
              </c:pt>
              <c:pt idx="6">
                <c:v>0.995467002963375</c:v>
              </c:pt>
              <c:pt idx="7">
                <c:v>0.9938451592316131</c:v>
              </c:pt>
              <c:pt idx="8">
                <c:v>0.9919836024686405</c:v>
              </c:pt>
              <c:pt idx="9">
                <c:v>0.9898864116683597</c:v>
              </c:pt>
              <c:pt idx="10">
                <c:v>0.9875581312027002</c:v>
              </c:pt>
              <c:pt idx="11">
                <c:v>0.9850037435610768</c:v>
              </c:pt>
              <c:pt idx="12">
                <c:v>0.9822286400747461</c:v>
              </c:pt>
              <c:pt idx="13">
                <c:v>0.9792385899613009</c:v>
              </c:pt>
              <c:pt idx="14">
                <c:v>0.9760397080312458</c:v>
              </c:pt>
              <c:pt idx="15">
                <c:v>0.972638421399253</c:v>
              </c:pt>
              <c:pt idx="16">
                <c:v>0.9690414355376609</c:v>
              </c:pt>
              <c:pt idx="17">
                <c:v>0.9652556999995692</c:v>
              </c:pt>
              <c:pt idx="18">
                <c:v>0.9612883741240831</c:v>
              </c:pt>
              <c:pt idx="19">
                <c:v>0.957146793017501</c:v>
              </c:pt>
              <c:pt idx="20">
                <c:v>0.9528384340822954</c:v>
              </c:pt>
              <c:pt idx="21">
                <c:v>0.9483708843412435</c:v>
              </c:pt>
              <c:pt idx="22">
                <c:v>0.9437518087777973</c:v>
              </c:pt>
              <c:pt idx="23">
                <c:v>0.938988919886376</c:v>
              </c:pt>
              <c:pt idx="24">
                <c:v>0.9340899485983863</c:v>
              </c:pt>
              <c:pt idx="25">
                <c:v>0.9290626167219632</c:v>
              </c:pt>
              <c:pt idx="26">
                <c:v>0.9239146110062284</c:v>
              </c:pt>
              <c:pt idx="27">
                <c:v>0.9186535589146484</c:v>
              </c:pt>
              <c:pt idx="28">
                <c:v>0.9132870061672783</c:v>
              </c:pt>
              <c:pt idx="29">
                <c:v>0.9078223960884804</c:v>
              </c:pt>
              <c:pt idx="30">
                <c:v>0.9022670507754269</c:v>
              </c:pt>
              <c:pt idx="31">
                <c:v>0.8966281540833632</c:v>
              </c:pt>
              <c:pt idx="32">
                <c:v>0.8909127364063807</c:v>
              </c:pt>
              <c:pt idx="33">
                <c:v>0.8851276612173231</c:v>
              </c:pt>
              <c:pt idx="34">
                <c:v>0.8792796133174018</c:v>
              </c:pt>
              <c:pt idx="35">
                <c:v>0.8733750887350762</c:v>
              </c:pt>
              <c:pt idx="36">
                <c:v>0.8674203862046792</c:v>
              </c:pt>
              <c:pt idx="37">
                <c:v>0.8614216001480131</c:v>
              </c:pt>
              <c:pt idx="38">
                <c:v>0.8553846150765827</c:v>
              </c:pt>
              <c:pt idx="39">
                <c:v>0.8493151013281385</c:v>
              </c:pt>
              <c:pt idx="40">
                <c:v>0.8432185120486096</c:v>
              </c:pt>
              <c:pt idx="41">
                <c:v>0.8371000813291763</c:v>
              </c:pt>
              <c:pt idx="42">
                <c:v>0.8309648234080158</c:v>
              </c:pt>
              <c:pt idx="43">
                <c:v>0.8248175328470014</c:v>
              </c:pt>
              <c:pt idx="44">
                <c:v>0.8186627855952098</c:v>
              </c:pt>
              <c:pt idx="45">
                <c:v>0.8125049408533725</c:v>
              </c:pt>
              <c:pt idx="46">
                <c:v>0.8063481436562534</c:v>
              </c:pt>
              <c:pt idx="47">
                <c:v>0.8001963280932478</c:v>
              </c:pt>
              <c:pt idx="48">
                <c:v>0.7940532210911847</c:v>
              </c:pt>
              <c:pt idx="49">
                <c:v>0.7879223466872503</c:v>
              </c:pt>
              <c:pt idx="50">
                <c:v>0.781807030724104</c:v>
              </c:pt>
              <c:pt idx="51">
                <c:v>0.7757104059034932</c:v>
              </c:pt>
              <c:pt idx="52">
                <c:v>0.7696354171389964</c:v>
              </c:pt>
              <c:pt idx="53">
                <c:v>0.7635848271528243</c:v>
              </c:pt>
              <c:pt idx="54">
                <c:v>0.7575612222658696</c:v>
              </c:pt>
              <c:pt idx="55">
                <c:v>0.7515670183343763</c:v>
              </c:pt>
              <c:pt idx="56">
                <c:v>0.7456044667906534</c:v>
              </c:pt>
              <c:pt idx="57">
                <c:v>0.7396756607491805</c:v>
              </c:pt>
              <c:pt idx="58">
                <c:v>0.7337825411432023</c:v>
              </c:pt>
              <c:pt idx="59">
                <c:v>0.7279269028604952</c:v>
              </c:pt>
              <c:pt idx="60">
                <c:v>0.7221104008503606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0.9999990022607255</c:v>
              </c:pt>
              <c:pt idx="2">
                <c:v>0.9999960090931735</c:v>
              </c:pt>
              <c:pt idx="3">
                <c:v>0.9999910206481509</c:v>
              </c:pt>
              <c:pt idx="4">
                <c:v>0.9999840371769524</c:v>
              </c:pt>
              <c:pt idx="5">
                <c:v>0.9999750590312944</c:v>
              </c:pt>
              <c:pt idx="6">
                <c:v>0.999964086663215</c:v>
              </c:pt>
              <c:pt idx="7">
                <c:v>0.99995112062495</c:v>
              </c:pt>
              <c:pt idx="8">
                <c:v>0.999936161568776</c:v>
              </c:pt>
              <c:pt idx="9">
                <c:v>0.9999192102468328</c:v>
              </c:pt>
              <c:pt idx="10">
                <c:v>0.9999002675109132</c:v>
              </c:pt>
              <c:pt idx="11">
                <c:v>0.9998793343122263</c:v>
              </c:pt>
              <c:pt idx="12">
                <c:v>0.9998564117011344</c:v>
              </c:pt>
              <c:pt idx="13">
                <c:v>0.999831500826864</c:v>
              </c:pt>
              <c:pt idx="14">
                <c:v>0.9998046029371875</c:v>
              </c:pt>
              <c:pt idx="15">
                <c:v>0.9997757193780792</c:v>
              </c:pt>
              <c:pt idx="16">
                <c:v>0.9997448515933474</c:v>
              </c:pt>
              <c:pt idx="17">
                <c:v>0.9997120011242365</c:v>
              </c:pt>
              <c:pt idx="18">
                <c:v>0.9996771696090057</c:v>
              </c:pt>
              <c:pt idx="19">
                <c:v>0.9996403587824829</c:v>
              </c:pt>
              <c:pt idx="20">
                <c:v>0.9996015704755928</c:v>
              </c:pt>
              <c:pt idx="21">
                <c:v>0.9995608066148569</c:v>
              </c:pt>
              <c:pt idx="22">
                <c:v>0.999518069221877</c:v>
              </c:pt>
              <c:pt idx="23">
                <c:v>0.9994733604127849</c:v>
              </c:pt>
              <c:pt idx="24">
                <c:v>0.9994266823976781</c:v>
              </c:pt>
              <c:pt idx="25">
                <c:v>0.999378037480024</c:v>
              </c:pt>
              <c:pt idx="26">
                <c:v>0.9993274280560459</c:v>
              </c:pt>
              <c:pt idx="27">
                <c:v>0.9992748566140871</c:v>
              </c:pt>
              <c:pt idx="28">
                <c:v>0.9992203257339474</c:v>
              </c:pt>
              <c:pt idx="29">
                <c:v>0.9991638380862086</c:v>
              </c:pt>
              <c:pt idx="30">
                <c:v>0.9991053964315258</c:v>
              </c:pt>
              <c:pt idx="31">
                <c:v>0.9990450036199087</c:v>
              </c:pt>
              <c:pt idx="32">
                <c:v>0.9989826625899783</c:v>
              </c:pt>
              <c:pt idx="33">
                <c:v>0.9989183763682045</c:v>
              </c:pt>
              <c:pt idx="34">
                <c:v>0.9988521480681244</c:v>
              </c:pt>
              <c:pt idx="35">
                <c:v>0.9987839808895435</c:v>
              </c:pt>
              <c:pt idx="36">
                <c:v>0.9987138781177161</c:v>
              </c:pt>
              <c:pt idx="37">
                <c:v>0.9986418431225116</c:v>
              </c:pt>
              <c:pt idx="38">
                <c:v>0.9985678793575614</c:v>
              </c:pt>
              <c:pt idx="39">
                <c:v>0.9984919903593887</c:v>
              </c:pt>
              <c:pt idx="40">
                <c:v>0.9984141797465257</c:v>
              </c:pt>
              <c:pt idx="41">
                <c:v>0.9983344512186134</c:v>
              </c:pt>
              <c:pt idx="42">
                <c:v>0.9982528085554844</c:v>
              </c:pt>
              <c:pt idx="43">
                <c:v>0.9981692556162357</c:v>
              </c:pt>
              <c:pt idx="44">
                <c:v>0.998083796338285</c:v>
              </c:pt>
              <c:pt idx="45">
                <c:v>0.9979964347364153</c:v>
              </c:pt>
              <c:pt idx="46">
                <c:v>0.9979071749018061</c:v>
              </c:pt>
              <c:pt idx="47">
                <c:v>0.9978160210010509</c:v>
              </c:pt>
              <c:pt idx="48">
                <c:v>0.9977229772751686</c:v>
              </c:pt>
              <c:pt idx="49">
                <c:v>0.9976280480385971</c:v>
              </c:pt>
              <c:pt idx="50">
                <c:v>0.9975312376781825</c:v>
              </c:pt>
              <c:pt idx="51">
                <c:v>0.997432550652154</c:v>
              </c:pt>
              <c:pt idx="52">
                <c:v>0.997331991489093</c:v>
              </c:pt>
              <c:pt idx="53">
                <c:v>0.9972295647868924</c:v>
              </c:pt>
              <c:pt idx="54">
                <c:v>0.9971252752117061</c:v>
              </c:pt>
              <c:pt idx="55">
                <c:v>0.997019127496893</c:v>
              </c:pt>
              <c:pt idx="56">
                <c:v>0.9969111264419542</c:v>
              </c:pt>
              <c:pt idx="57">
                <c:v>0.9968012769114619</c:v>
              </c:pt>
              <c:pt idx="58">
                <c:v>0.9966895838339831</c:v>
              </c:pt>
              <c:pt idx="59">
                <c:v>0.9965760522009998</c:v>
              </c:pt>
              <c:pt idx="60">
                <c:v>0.9964606870658202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.5"/>
        <c:majorUnit val="0.1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同一载波中心，不同初始宽度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σ=4a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</c:v>
              </c:pt>
              <c:pt idx="1">
                <c:v>0.9999549412202737</c:v>
              </c:pt>
              <c:pt idx="2">
                <c:v>0.9998198660047518</c:v>
              </c:pt>
              <c:pt idx="3">
                <c:v>0.9995950764862345</c:v>
              </c:pt>
              <c:pt idx="4">
                <c:v>0.9992810721322198</c:v>
              </c:pt>
              <c:pt idx="5">
                <c:v>0.9988785437518164</c:v>
              </c:pt>
              <c:pt idx="6">
                <c:v>0.9983883653714842</c:v>
              </c:pt>
              <c:pt idx="7">
                <c:v>0.9978115842251373</c:v>
              </c:pt>
              <c:pt idx="8">
                <c:v>0.9971494091475426</c:v>
              </c:pt>
              <c:pt idx="9">
                <c:v>0.996403197687295</c:v>
              </c:pt>
              <c:pt idx="10">
                <c:v>0.9955744422670363</c:v>
              </c:pt>
              <c:pt idx="11">
                <c:v>0.9946647557152455</c:v>
              </c:pt>
              <c:pt idx="12">
                <c:v>0.9936758564781132</c:v>
              </c:pt>
              <c:pt idx="13">
                <c:v>0.9926095537943866</c:v>
              </c:pt>
              <c:pt idx="14">
                <c:v>0.9914677330835959</c:v>
              </c:pt>
              <c:pt idx="15">
                <c:v>0.9902523417614528</c:v>
              </c:pt>
              <c:pt idx="16">
                <c:v>0.9889653756580395</c:v>
              </c:pt>
              <c:pt idx="17">
                <c:v>0.9876088661766036</c:v>
              </c:pt>
              <c:pt idx="18">
                <c:v>0.9861848682949738</c:v>
              </c:pt>
              <c:pt idx="19">
                <c:v>0.9846954494789377</c:v>
              </c:pt>
              <c:pt idx="20">
                <c:v>0.9831426795479294</c:v>
              </c:pt>
              <c:pt idx="21">
                <c:v>0.9815286215085398</c:v>
              </c:pt>
              <c:pt idx="22">
                <c:v>0.9798553233506037</c:v>
              </c:pt>
              <c:pt idx="23">
                <c:v>0.978124810783867</c:v>
              </c:pt>
              <c:pt idx="24">
                <c:v>0.976339080880126</c:v>
              </c:pt>
              <c:pt idx="25">
                <c:v>0.9745000965759619</c:v>
              </c:pt>
              <c:pt idx="26">
                <c:v>0.9726097819842803</c:v>
              </c:pt>
              <c:pt idx="27">
                <c:v>0.970670018458401</c:v>
              </c:pt>
              <c:pt idx="28">
                <c:v>0.9686826413500523</c:v>
              </c:pt>
              <c:pt idx="29">
                <c:v>0.9666494374018608</c:v>
              </c:pt>
              <c:pt idx="30">
                <c:v>0.9645721427154997</c:v>
              </c:pt>
              <c:pt idx="31">
                <c:v>0.9624524412382525</c:v>
              </c:pt>
              <c:pt idx="32">
                <c:v>0.9602919637130509</c:v>
              </c:pt>
              <c:pt idx="33">
                <c:v>0.9580922870399533</c:v>
              </c:pt>
              <c:pt idx="34">
                <c:v>0.9558549340002199</c:v>
              </c:pt>
              <c:pt idx="35">
                <c:v>0.9535813732975881</c:v>
              </c:pt>
              <c:pt idx="36">
                <c:v>0.9512730198748476</c:v>
              </c:pt>
              <c:pt idx="37">
                <c:v>0.9489312354673551</c:v>
              </c:pt>
              <c:pt idx="38">
                <c:v>0.9465573293585391</c:v>
              </c:pt>
              <c:pt idx="39">
                <c:v>0.9441525593057882</c:v>
              </c:pt>
              <c:pt idx="40">
                <c:v>0.941718132608263</c:v>
              </c:pt>
              <c:pt idx="41">
                <c:v>0.9392552072911513</c:v>
              </c:pt>
              <c:pt idx="42">
                <c:v>0.9367648933836659</c:v>
              </c:pt>
              <c:pt idx="43">
                <c:v>0.9342482542706608</c:v>
              </c:pt>
              <c:pt idx="44">
                <c:v>0.9317063081001093</c:v>
              </c:pt>
              <c:pt idx="45">
                <c:v>0.929140029230855</c:v>
              </c:pt>
              <c:pt idx="46">
                <c:v>0.9265503497070272</c:v>
              </c:pt>
              <c:pt idx="47">
                <c:v>0.9239381607472948</c:v>
              </c:pt>
              <c:pt idx="48">
                <c:v>0.9213043142387424</c:v>
              </c:pt>
              <c:pt idx="49">
                <c:v>0.9186496242266127</c:v>
              </c:pt>
              <c:pt idx="50">
                <c:v>0.9159748683924398</c:v>
              </c:pt>
              <c:pt idx="51">
                <c:v>0.9132807895142661</c:v>
              </c:pt>
              <c:pt idx="52">
                <c:v>0.9105680969036579</c:v>
              </c:pt>
              <c:pt idx="53">
                <c:v>0.9078374678151367</c:v>
              </c:pt>
              <c:pt idx="54">
                <c:v>0.9050895488244546</c:v>
              </c:pt>
              <c:pt idx="55">
                <c:v>0.9023249571728429</c:v>
              </c:pt>
              <c:pt idx="56">
                <c:v>0.8995442820749793</c:v>
              </c:pt>
              <c:pt idx="57">
                <c:v>0.8967480859889567</c:v>
              </c:pt>
              <c:pt idx="58">
                <c:v>0.8939369058470098</c:v>
              </c:pt>
              <c:pt idx="59">
                <c:v>0.8911112542461546</c:v>
              </c:pt>
              <c:pt idx="60">
                <c:v>0.8882716205982519</c:v>
              </c:pt>
            </c:numLit>
          </c:yVal>
        </c:ser>
        <c:ser>
          <c:idx val="1"/>
          <c:order val="1"/>
          <c:tx>
            <c:v>σ=6a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1.0000000000000009</c:v>
              </c:pt>
              <c:pt idx="1">
                <c:v>0.9999960090931747</c:v>
              </c:pt>
              <c:pt idx="2">
                <c:v>0.9999840371769533</c:v>
              </c:pt>
              <c:pt idx="3">
                <c:v>0.9999640866632161</c:v>
              </c:pt>
              <c:pt idx="4">
                <c:v>0.9999361615687768</c:v>
              </c:pt>
              <c:pt idx="5">
                <c:v>0.9999002675109139</c:v>
              </c:pt>
              <c:pt idx="6">
                <c:v>0.999856411701135</c:v>
              </c:pt>
              <c:pt idx="7">
                <c:v>0.999804602937188</c:v>
              </c:pt>
              <c:pt idx="8">
                <c:v>0.9997448515933482</c:v>
              </c:pt>
              <c:pt idx="9">
                <c:v>0.9996771696090065</c:v>
              </c:pt>
              <c:pt idx="10">
                <c:v>0.9996015704755935</c:v>
              </c:pt>
              <c:pt idx="11">
                <c:v>0.999518069221877</c:v>
              </c:pt>
              <c:pt idx="12">
                <c:v>0.999426682397679</c:v>
              </c:pt>
              <c:pt idx="13">
                <c:v>0.9993274280560468</c:v>
              </c:pt>
              <c:pt idx="14">
                <c:v>0.9992203257339487</c:v>
              </c:pt>
              <c:pt idx="15">
                <c:v>0.9991053964315263</c:v>
              </c:pt>
              <c:pt idx="16">
                <c:v>0.9989826625899789</c:v>
              </c:pt>
              <c:pt idx="17">
                <c:v>0.9988521480681253</c:v>
              </c:pt>
              <c:pt idx="18">
                <c:v>0.998713878117717</c:v>
              </c:pt>
              <c:pt idx="19">
                <c:v>0.9985678793575623</c:v>
              </c:pt>
              <c:pt idx="20">
                <c:v>0.9984141797465266</c:v>
              </c:pt>
              <c:pt idx="21">
                <c:v>0.9982528085554848</c:v>
              </c:pt>
              <c:pt idx="22">
                <c:v>0.9980837963382859</c:v>
              </c:pt>
              <c:pt idx="23">
                <c:v>0.9979071749018068</c:v>
              </c:pt>
              <c:pt idx="24">
                <c:v>0.9977229772751695</c:v>
              </c:pt>
              <c:pt idx="25">
                <c:v>0.997531237678183</c:v>
              </c:pt>
              <c:pt idx="26">
                <c:v>0.9973319914890939</c:v>
              </c:pt>
              <c:pt idx="27">
                <c:v>0.997125275211707</c:v>
              </c:pt>
              <c:pt idx="28">
                <c:v>0.9969111264419551</c:v>
              </c:pt>
              <c:pt idx="29">
                <c:v>0.996689583833984</c:v>
              </c:pt>
              <c:pt idx="30">
                <c:v>0.9964606870658214</c:v>
              </c:pt>
              <c:pt idx="31">
                <c:v>0.9962244768047</c:v>
              </c:pt>
              <c:pt idx="32">
                <c:v>0.9959809946721034</c:v>
              </c:pt>
              <c:pt idx="33">
                <c:v>0.9957302832085924</c:v>
              </c:pt>
              <c:pt idx="34">
                <c:v>0.995472385838483</c:v>
              </c:pt>
              <c:pt idx="35">
                <c:v>0.995207346834436</c:v>
              </c:pt>
              <c:pt idx="36">
                <c:v>0.9949352112820102</c:v>
              </c:pt>
              <c:pt idx="37">
                <c:v>0.9946560250442481</c:v>
              </c:pt>
              <c:pt idx="38">
                <c:v>0.994369834726339</c:v>
              </c:pt>
              <c:pt idx="39">
                <c:v>0.994076687640416</c:v>
              </c:pt>
              <c:pt idx="40">
                <c:v>0.9937766317705407</c:v>
              </c:pt>
              <c:pt idx="41">
                <c:v>0.9934697157379128</c:v>
              </c:pt>
              <c:pt idx="42">
                <c:v>0.9931559887663632</c:v>
              </c:pt>
              <c:pt idx="43">
                <c:v>0.9928355006481611</c:v>
              </c:pt>
              <c:pt idx="44">
                <c:v>0.9925083017101817</c:v>
              </c:pt>
              <c:pt idx="45">
                <c:v>0.9921744427804753</c:v>
              </c:pt>
              <c:pt idx="46">
                <c:v>0.9918339751552586</c:v>
              </c:pt>
              <c:pt idx="47">
                <c:v>0.9914869505663817</c:v>
              </c:pt>
              <c:pt idx="48">
                <c:v>0.9911334211492805</c:v>
              </c:pt>
              <c:pt idx="49">
                <c:v>0.9907734394114569</c:v>
              </c:pt>
              <c:pt idx="50">
                <c:v>0.9904070582015048</c:v>
              </c:pt>
              <c:pt idx="51">
                <c:v>0.990034330678704</c:v>
              </c:pt>
              <c:pt idx="52">
                <c:v>0.9896553102832114</c:v>
              </c:pt>
              <c:pt idx="53">
                <c:v>0.9892700507068585</c:v>
              </c:pt>
              <c:pt idx="54">
                <c:v>0.9888786058645733</c:v>
              </c:pt>
              <c:pt idx="55">
                <c:v>0.9884810298664475</c:v>
              </c:pt>
              <c:pt idx="56">
                <c:v>0.9880773769904554</c:v>
              </c:pt>
              <c:pt idx="57">
                <c:v>0.987667701655836</c:v>
              </c:pt>
              <c:pt idx="58">
                <c:v>0.9872520583971489</c:v>
              </c:pt>
              <c:pt idx="59">
                <c:v>0.9868305018390102</c:v>
              </c:pt>
              <c:pt idx="60">
                <c:v>0.9864030866715133</c:v>
              </c:pt>
            </c:numLit>
          </c:yVal>
        </c:ser>
        <c:ser>
          <c:idx val="2"/>
          <c:order val="2"/>
          <c:tx>
            <c:v>σ=8a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1.0000000000000009</c:v>
              </c:pt>
              <c:pt idx="1">
                <c:v>0.9999992875343832</c:v>
              </c:pt>
              <c:pt idx="2">
                <c:v>0.9999971501632756</c:v>
              </c:pt>
              <c:pt idx="3">
                <c:v>0.9999935879639078</c:v>
              </c:pt>
              <c:pt idx="4">
                <c:v>0.9999886010649787</c:v>
              </c:pt>
              <c:pt idx="5">
                <c:v>0.999982189646632</c:v>
              </c:pt>
              <c:pt idx="6">
                <c:v>0.9999743539404169</c:v>
              </c:pt>
              <c:pt idx="7">
                <c:v>0.9999650942292451</c:v>
              </c:pt>
              <c:pt idx="8">
                <c:v>0.9999544108473322</c:v>
              </c:pt>
              <c:pt idx="9">
                <c:v>0.9999423041801313</c:v>
              </c:pt>
              <c:pt idx="10">
                <c:v>0.9999287746642564</c:v>
              </c:pt>
              <c:pt idx="11">
                <c:v>0.9999138227873939</c:v>
              </c:pt>
              <c:pt idx="12">
                <c:v>0.9998974490882062</c:v>
              </c:pt>
              <c:pt idx="13">
                <c:v>0.9998796541562249</c:v>
              </c:pt>
              <c:pt idx="14">
                <c:v>0.9998604386317315</c:v>
              </c:pt>
              <c:pt idx="15">
                <c:v>0.9998398032056325</c:v>
              </c:pt>
              <c:pt idx="16">
                <c:v>0.9998177486193206</c:v>
              </c:pt>
              <c:pt idx="17">
                <c:v>0.9997942756645276</c:v>
              </c:pt>
              <c:pt idx="18">
                <c:v>0.9997693851831692</c:v>
              </c:pt>
              <c:pt idx="19">
                <c:v>0.9997430780671763</c:v>
              </c:pt>
              <c:pt idx="20">
                <c:v>0.9997153552583224</c:v>
              </c:pt>
              <c:pt idx="21">
                <c:v>0.9996862177480352</c:v>
              </c:pt>
              <c:pt idx="22">
                <c:v>0.9996556665772043</c:v>
              </c:pt>
              <c:pt idx="23">
                <c:v>0.999623702835975</c:v>
              </c:pt>
              <c:pt idx="24">
                <c:v>0.9995903276635372</c:v>
              </c:pt>
              <c:pt idx="25">
                <c:v>0.9995555422479036</c:v>
              </c:pt>
              <c:pt idx="26">
                <c:v>0.9995193478256756</c:v>
              </c:pt>
              <c:pt idx="27">
                <c:v>0.9994817456818069</c:v>
              </c:pt>
              <c:pt idx="28">
                <c:v>0.9994427371493545</c:v>
              </c:pt>
              <c:pt idx="29">
                <c:v>0.999402323609219</c:v>
              </c:pt>
              <c:pt idx="30">
                <c:v>0.9993605064898828</c:v>
              </c:pt>
              <c:pt idx="31">
                <c:v>0.9993172872671342</c:v>
              </c:pt>
              <c:pt idx="32">
                <c:v>0.9992726674637852</c:v>
              </c:pt>
              <c:pt idx="33">
                <c:v>0.9992266486493832</c:v>
              </c:pt>
              <c:pt idx="34">
                <c:v>0.9991792324399121</c:v>
              </c:pt>
              <c:pt idx="35">
                <c:v>0.9991304204974863</c:v>
              </c:pt>
              <c:pt idx="36">
                <c:v>0.9990802145300407</c:v>
              </c:pt>
              <c:pt idx="37">
                <c:v>0.9990286162910045</c:v>
              </c:pt>
              <c:pt idx="38">
                <c:v>0.99897562757898</c:v>
              </c:pt>
              <c:pt idx="39">
                <c:v>0.998921250237403</c:v>
              </c:pt>
              <c:pt idx="40">
                <c:v>0.9988654861542025</c:v>
              </c:pt>
              <c:pt idx="41">
                <c:v>0.9988083372614531</c:v>
              </c:pt>
              <c:pt idx="42">
                <c:v>0.9987498055350178</c:v>
              </c:pt>
              <c:pt idx="43">
                <c:v>0.9986898929941875</c:v>
              </c:pt>
              <c:pt idx="44">
                <c:v>0.9986286017013145</c:v>
              </c:pt>
              <c:pt idx="45">
                <c:v>0.9985659337614345</c:v>
              </c:pt>
              <c:pt idx="46">
                <c:v>0.9985018913218899</c:v>
              </c:pt>
              <c:pt idx="47">
                <c:v>0.9984364765719429</c:v>
              </c:pt>
              <c:pt idx="48">
                <c:v>0.9983696917423838</c:v>
              </c:pt>
              <c:pt idx="49">
                <c:v>0.9983015391051335</c:v>
              </c:pt>
              <c:pt idx="50">
                <c:v>0.9982320209728432</c:v>
              </c:pt>
              <c:pt idx="51">
                <c:v>0.9981611396984854</c:v>
              </c:pt>
              <c:pt idx="52">
                <c:v>0.9980888976749424</c:v>
              </c:pt>
              <c:pt idx="53">
                <c:v>0.9980152973345896</c:v>
              </c:pt>
              <c:pt idx="54">
                <c:v>0.9979403411488728</c:v>
              </c:pt>
              <c:pt idx="55">
                <c:v>0.997864031627884</c:v>
              </c:pt>
              <c:pt idx="56">
                <c:v>0.9977863713199303</c:v>
              </c:pt>
              <c:pt idx="57">
                <c:v>0.9977073628110997</c:v>
              </c:pt>
              <c:pt idx="58">
                <c:v>0.9976270087248235</c:v>
              </c:pt>
              <c:pt idx="59">
                <c:v>0.9975453117214339</c:v>
              </c:pt>
              <c:pt idx="60">
                <c:v>0.9974622744977198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88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.88"/>
        <c:majorUnit val="0.04"/>
      </c:valAx>
      <c:valAx>
        <c:axId val="48650112"/>
        <c:scaling>
          <c:orientation val="minMax"/>
          <c:max val="3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η=1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6.108218621509841</c:v>
              </c:pt>
              <c:pt idx="7">
                <c:v>6.146829358114047</c:v>
              </c:pt>
              <c:pt idx="8">
                <c:v>6.191081001018528</c:v>
              </c:pt>
              <c:pt idx="9">
                <c:v>6.240853558477321</c:v>
              </c:pt>
              <c:pt idx="10">
                <c:v>6.2960160966544665</c:v>
              </c:pt>
              <c:pt idx="11">
                <c:v>6.35642829064341</c:v>
              </c:pt>
              <c:pt idx="12">
                <c:v>6.421941989199083</c:v>
              </c:pt>
              <c:pt idx="13">
                <c:v>6.492402758992338</c:v>
              </c:pt>
              <c:pt idx="14">
                <c:v>6.5676513786201385</c:v>
              </c:pt>
              <c:pt idx="15">
                <c:v>6.647525257642675</c:v>
              </c:pt>
              <c:pt idx="16">
                <c:v>6.731859761216828</c:v>
              </c:pt>
              <c:pt idx="17">
                <c:v>6.820489426146037</c:v>
              </c:pt>
              <c:pt idx="18">
                <c:v>6.913249059120909</c:v>
              </c:pt>
              <c:pt idx="19">
                <c:v>7.009974712400113</c:v>
              </c:pt>
              <c:pt idx="20">
                <c:v>7.110504536059912</c:v>
              </c:pt>
              <c:pt idx="21">
                <c:v>7.214679509164265</c:v>
              </c:pt>
              <c:pt idx="22">
                <c:v>7.32234405476604</c:v>
              </c:pt>
              <c:pt idx="23">
                <c:v>7.433346545571991</c:v>
              </c:pt>
              <c:pt idx="24">
                <c:v>7.547539708444938</c:v>
              </c:pt>
              <c:pt idx="25">
                <c:v>7.664780936747369</c:v>
              </c:pt>
              <c:pt idx="26">
                <c:v>7.784932519931388</c:v>
              </c:pt>
              <c:pt idx="27">
                <c:v>7.907861799831312</c:v>
              </c:pt>
              <c:pt idx="28">
                <c:v>8.033441262893755</c:v>
              </c:pt>
              <c:pt idx="29">
                <c:v>8.161548577156378</c:v>
              </c:pt>
              <c:pt idx="30">
                <c:v>8.292066582221182</c:v>
              </c:pt>
              <c:pt idx="31">
                <c:v>8.424883239812996</c:v>
              </c:pt>
              <c:pt idx="32">
                <c:v>8.559891551810756</c:v>
              </c:pt>
              <c:pt idx="33">
                <c:v>8.69698945192111</c:v>
              </c:pt>
              <c:pt idx="34">
                <c:v>8.836079676456045</c:v>
              </c:pt>
              <c:pt idx="35">
                <c:v>8.97706961899699</c:v>
              </c:pt>
              <c:pt idx="36">
                <c:v>9.119871173089264</c:v>
              </c:pt>
              <c:pt idx="37">
                <c:v>9.264400566521125</c:v>
              </c:pt>
              <c:pt idx="38">
                <c:v>9.410578190204689</c:v>
              </c:pt>
              <c:pt idx="39">
                <c:v>9.558328424193316</c:v>
              </c:pt>
              <c:pt idx="40">
                <c:v>9.707579462941021</c:v>
              </c:pt>
              <c:pt idx="41">
                <c:v>9.858263141531236</c:v>
              </c:pt>
              <c:pt idx="42">
                <c:v>10.010314764272845</c:v>
              </c:pt>
              <c:pt idx="43">
                <c:v>10.163672936775923</c:v>
              </c:pt>
              <c:pt idx="44">
                <c:v>10.318279402374717</c:v>
              </c:pt>
              <c:pt idx="45">
                <c:v>10.474078883557054</c:v>
              </c:pt>
              <c:pt idx="46">
                <c:v>10.631018928882979</c:v>
              </c:pt>
              <c:pt idx="47">
                <c:v>10.789049765727608</c:v>
              </c:pt>
              <c:pt idx="48">
                <c:v>10.948124159060878</c:v>
              </c:pt>
              <c:pt idx="49">
                <c:v>11.108197276374984</c:v>
              </c:pt>
              <c:pt idx="50">
                <c:v>11.269226558788475</c:v>
              </c:pt>
              <c:pt idx="51">
                <c:v>11.431171598288993</c:v>
              </c:pt>
              <c:pt idx="52">
                <c:v>11.593994021024034</c:v>
              </c:pt>
              <c:pt idx="53">
                <c:v>11.75765737650744</c:v>
              </c:pt>
              <c:pt idx="54">
                <c:v>11.922127032577924</c:v>
              </c:pt>
              <c:pt idx="55">
                <c:v>12.087370075922106</c:v>
              </c:pt>
              <c:pt idx="56">
                <c:v>12.253355217957893</c:v>
              </c:pt>
              <c:pt idx="57">
                <c:v>12.420052705862455</c:v>
              </c:pt>
              <c:pt idx="58">
                <c:v>12.587434238522688</c:v>
              </c:pt>
              <c:pt idx="59">
                <c:v>12.755472887182659</c:v>
              </c:pt>
              <c:pt idx="60">
                <c:v>12.924143020562603</c:v>
              </c:pt>
            </c:numLit>
          </c:yVal>
        </c:ser>
        <c:ser>
          <c:idx val="1"/>
          <c:order val="1"/>
          <c:tx>
            <c:v>η=0.3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6.000272980191852</c:v>
              </c:pt>
              <c:pt idx="2">
                <c:v>6.001091846262778</c:v>
              </c:pt>
              <c:pt idx="3">
                <c:v>6.002456374800536</c:v>
              </c:pt>
              <c:pt idx="4">
                <c:v>6.004366193789848</c:v>
              </c:pt>
              <c:pt idx="5">
                <c:v>6.006820783118968</c:v>
              </c:pt>
              <c:pt idx="6">
                <c:v>6.009819475286621</c:v>
              </c:pt>
              <c:pt idx="7">
                <c:v>6.013361456307075</c:v>
              </c:pt>
              <c:pt idx="8">
                <c:v>6.017445766810495</c:v>
              </c:pt>
              <c:pt idx="9">
                <c:v>6.022071303335117</c:v>
              </c:pt>
              <c:pt idx="10">
                <c:v>6.027236819807223</c:v>
              </c:pt>
              <c:pt idx="11">
                <c:v>6.032940929204286</c:v>
              </c:pt>
              <c:pt idx="12">
                <c:v>6.039182105396181</c:v>
              </c:pt>
              <c:pt idx="13">
                <c:v>6.045958685158824</c:v>
              </c:pt>
              <c:pt idx="14">
                <c:v>6.053268870354115</c:v>
              </c:pt>
              <c:pt idx="15">
                <c:v>6.061110730269639</c:v>
              </c:pt>
              <c:pt idx="16">
                <c:v>6.069482204111164</c:v>
              </c:pt>
              <c:pt idx="17">
                <c:v>6.078381103640614</c:v>
              </c:pt>
              <c:pt idx="18">
                <c:v>6.087805115951828</c:v>
              </c:pt>
              <c:pt idx="19">
                <c:v>6.097751806376183</c:v>
              </c:pt>
              <c:pt idx="20">
                <c:v>6.108218621509838</c:v>
              </c:pt>
              <c:pt idx="21">
                <c:v>6.119202892354193</c:v>
              </c:pt>
              <c:pt idx="22">
                <c:v>6.130701837560937</c:v>
              </c:pt>
              <c:pt idx="23">
                <c:v>6.142712566773006</c:v>
              </c:pt>
              <c:pt idx="24">
                <c:v>6.155232084052538</c:v>
              </c:pt>
              <c:pt idx="25">
                <c:v>6.168257291387033</c:v>
              </c:pt>
              <c:pt idx="26">
                <c:v>6.181784992264745</c:v>
              </c:pt>
              <c:pt idx="27">
                <c:v>6.195811895310475</c:v>
              </c:pt>
              <c:pt idx="28">
                <c:v>6.210334617972909</c:v>
              </c:pt>
              <c:pt idx="29">
                <c:v>6.225349690254795</c:v>
              </c:pt>
              <c:pt idx="30">
                <c:v>6.240853558477316</c:v>
              </c:pt>
              <c:pt idx="31">
                <c:v>6.256842589070251</c:v>
              </c:pt>
              <c:pt idx="32">
                <c:v>6.273313072379575</c:v>
              </c:pt>
              <c:pt idx="33">
                <c:v>6.290261226484509</c:v>
              </c:pt>
              <c:pt idx="34">
                <c:v>6.3076832010161334</c:v>
              </c:pt>
              <c:pt idx="35">
                <c:v>6.325575080970003</c:v>
              </c:pt>
              <c:pt idx="36">
                <c:v>6.34393289050546</c:v>
              </c:pt>
              <c:pt idx="37">
                <c:v>6.362752596724635</c:v>
              </c:pt>
              <c:pt idx="38">
                <c:v>6.382030113424411</c:v>
              </c:pt>
              <c:pt idx="39">
                <c:v>6.401761304815004</c:v>
              </c:pt>
              <c:pt idx="40">
                <c:v>6.421941989199077</c:v>
              </c:pt>
              <c:pt idx="41">
                <c:v>6.442567942605692</c:v>
              </c:pt>
              <c:pt idx="42">
                <c:v>6.463634902373714</c:v>
              </c:pt>
              <c:pt idx="43">
                <c:v>6.485138570679699</c:v>
              </c:pt>
              <c:pt idx="44">
                <c:v>6.507074618005562</c:v>
              </c:pt>
              <c:pt idx="45">
                <c:v>6.529438686541724</c:v>
              </c:pt>
              <c:pt idx="46">
                <c:v>6.552226393521826</c:v>
              </c:pt>
              <c:pt idx="47">
                <c:v>6.575433334485353</c:v>
              </c:pt>
              <c:pt idx="48">
                <c:v>6.599055086464957</c:v>
              </c:pt>
              <c:pt idx="49">
                <c:v>6.623087211095574</c:v>
              </c:pt>
              <c:pt idx="50">
                <c:v>6.647525257642669</c:v>
              </c:pt>
              <c:pt idx="51">
                <c:v>6.672364765947493</c:v>
              </c:pt>
              <c:pt idx="52">
                <c:v>6.697601269287281</c:v>
              </c:pt>
              <c:pt idx="53">
                <c:v>6.723230297148869</c:v>
              </c:pt>
              <c:pt idx="54">
                <c:v>6.749247377914307</c:v>
              </c:pt>
              <c:pt idx="55">
                <c:v>6.775648041457484</c:v>
              </c:pt>
              <c:pt idx="56">
                <c:v>6.80242782165095</c:v>
              </c:pt>
              <c:pt idx="57">
                <c:v>6.829582258782448</c:v>
              </c:pt>
              <c:pt idx="58">
                <c:v>6.857106901880839</c:v>
              </c:pt>
              <c:pt idx="59">
                <c:v>6.884997310951436</c:v>
              </c:pt>
              <c:pt idx="60">
                <c:v>6.9132490591209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531E0-C7B1-47CD-9F63-C0EB2D5B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二维单磁子的能带几何与波包设计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02C13-A656-4567-B74B-F5D697CA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04523-FFCA-4A65-99E5-EDB43A0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原理 PDF、曲率解析与波包数值模拟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5F642-E609-412B-9203-5DE56DBA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BB927-7B3B-4F05-85C2-EDC8EE54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5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从交换模型到零曲率选点与有限时间传播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1DB6E-9C18-4011-ACA7-032452A4D3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db81000494a29"/>
          <a:stretch xmlns:a="http://schemas.openxmlformats.org/drawingml/2006/main"/>
        </p:blipFill>
        <p:spPr>
          <a:xfrm xmlns:a="http://schemas.openxmlformats.org/drawingml/2006/main">
            <a:off x="6605675" y="1619250"/>
            <a:ext cx="4790900" cy="40957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34C74-91CF-4B67-9564-573D744EBB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10c7c1d90488d"/>
          <a:stretch xmlns:a="http://schemas.openxmlformats.org/drawingml/2006/main"/>
        </p:blipFill>
        <p:spPr>
          <a:xfrm xmlns:a="http://schemas.openxmlformats.org/drawingml/2006/main">
            <a:off x="400050" y="1984951"/>
            <a:ext cx="5695950" cy="55447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17FF9-C0C0-4572-A27C-C5153301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05150"/>
            <a:ext cx="549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88DA5-377D-4109-A055-947521B2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514725"/>
            <a:ext cx="54959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怎样选择载波中心，使二维波包</a:t>
            </a:r>
          </a:p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在传播中较少展宽？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238BD-923D-4EF0-B6C6-CEF1305B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95800"/>
            <a:ext cx="549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本阶段内容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D4A01-8B7C-4165-AA25-9A097C4C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905375"/>
            <a:ext cx="54959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求解能带高斯曲率，确定候选点，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用相同初宽的波包检验传播。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57BD3-91DE-4FB9-86C0-EA3B7DC7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8DBA8-C49E-4C99-840E-1B72B14B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用能带几何提出设计，再用完整色散检验设计的有效时间与限制。</a:t>
            </a:r>
          </a:p>
        </p:txBody>
      </p:sp>
    </p:spTree>
    <p:extLst>
      <p:ext uri="{BB962C8B-B14F-4D97-AF65-F5344CB8AC3E}">
        <p14:creationId xmlns:p14="http://schemas.microsoft.com/office/powerpoint/2010/main" val="1793784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5EC0E-408B-4893-8AB9-1D7CF69C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交换模型与单磁子子空间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BFD6B-D8F3-4AA4-8B84-C4A392E4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B2CF6-6682-410B-9DEA-90D71344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3–4 页，式 (20)、(22)、(25)、(29)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D211D-BD40-4AA2-A73A-1409FFAB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522A0-36F2-443F-B233-A4D661F3B6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09ead529647d3"/>
          <a:stretch xmlns:a="http://schemas.openxmlformats.org/drawingml/2006/main"/>
        </p:blipFill>
        <p:spPr>
          <a:xfrm xmlns:a="http://schemas.openxmlformats.org/drawingml/2006/main">
            <a:off x="3408181" y="1133475"/>
            <a:ext cx="5328013" cy="7429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02C35-9F98-42AC-A1B6-C700E2DC98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4e25f74da42a9"/>
          <a:stretch xmlns:a="http://schemas.openxmlformats.org/drawingml/2006/main"/>
        </p:blipFill>
        <p:spPr>
          <a:xfrm xmlns:a="http://schemas.openxmlformats.org/drawingml/2006/main">
            <a:off x="361950" y="2356361"/>
            <a:ext cx="4895850" cy="2659629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F5ECF-802A-4170-B75B-59944C4224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50d975bb24cfb"/>
          <a:stretch xmlns:a="http://schemas.openxmlformats.org/drawingml/2006/main"/>
        </p:blipFill>
        <p:spPr>
          <a:xfrm xmlns:a="http://schemas.openxmlformats.org/drawingml/2006/main">
            <a:off x="5467350" y="2166147"/>
            <a:ext cx="6191250" cy="124935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F8594-759D-421F-87AE-07F89744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9525"/>
            <a:ext cx="615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|Ψ(t)〉 = Σᵢ cᵢ(t)|i〉，Σᵢ |cᵢ(t)|² 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63030-9AD7-42BF-A3C0-5CD37FA7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53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铁磁交换 J=2K&gt;0。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全极化基态沿 +x，单次翻转的位置可以相干叠加。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863AE-0766-42D1-B814-F1E15947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2BBFF-0AA2-46FD-87FD-0C7DE77A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交换作用使翻转振幅在相邻格点间传播，单磁子空间内可精确求解。</a:t>
            </a:r>
          </a:p>
        </p:txBody>
      </p:sp>
    </p:spTree>
    <p:extLst>
      <p:ext uri="{BB962C8B-B14F-4D97-AF65-F5344CB8AC3E}">
        <p14:creationId xmlns:p14="http://schemas.microsoft.com/office/powerpoint/2010/main" val="1116454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956E6-A235-44DF-9D3C-C6FE01B1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运动方程、色散与传播的计算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EBE84-D4D1-4FC3-9652-C32A717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D8011-C06A-406F-8387-021BD70B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页，式 (35)–(39)　下方恢复 ℏ 的单位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6CC4A-FAAD-4C4F-8E52-7B80AE3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B045A-41E6-4979-8514-5679B4A0B6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530fb19d74a8b"/>
          <a:stretch xmlns:a="http://schemas.openxmlformats.org/drawingml/2006/main"/>
        </p:blipFill>
        <p:spPr>
          <a:xfrm xmlns:a="http://schemas.openxmlformats.org/drawingml/2006/main">
            <a:off x="3337704" y="1104900"/>
            <a:ext cx="5497542" cy="12668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B2BF9-7DD5-42C1-9C1F-76C43E18A5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82c30ec0a4eeb"/>
          <a:stretch xmlns:a="http://schemas.openxmlformats.org/drawingml/2006/main"/>
        </p:blipFill>
        <p:spPr>
          <a:xfrm xmlns:a="http://schemas.openxmlformats.org/drawingml/2006/main">
            <a:off x="1429183" y="2571750"/>
            <a:ext cx="9295534" cy="904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B6AE2-2C61-458F-ADCC-89EDBF56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3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 = ka，e = ε/Jₓ，η = Jᵧ/Jₓ &gt; 0，τ = Jₓt/ℏ，n = r/a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75F92-90A2-4AE0-973F-224E3325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67175"/>
            <a:ext cx="1114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ψ 去掉 c 中的基态公共相位。波纹比较沿用同一初始相位。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7BBA5-3E4A-4F24-B5CB-A2712B31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529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ψ(n,τ) = ℱ⁻¹[ ψ̃(q,0) exp(−i e(q)τ) 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9F049-8F68-439F-9B57-E9AD3926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219700"/>
            <a:ext cx="11144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0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ū = 〈∇e〉谱，P(n,τ) = |ψ(n,τ)|²，ΣₙP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DDC85-41E7-41B0-91DA-BA21C7E8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653C1-8D6E-4219-9960-377BF93D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色散的线性相位控制平移，偏离线性的剩余相位产生展宽与形变。</a:t>
            </a:r>
          </a:p>
        </p:txBody>
      </p:sp>
    </p:spTree>
    <p:extLst>
      <p:ext uri="{BB962C8B-B14F-4D97-AF65-F5344CB8AC3E}">
        <p14:creationId xmlns:p14="http://schemas.microsoft.com/office/powerpoint/2010/main" val="1267761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63EFF-B920-4611-A63D-1BC31108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求解能带图面的高斯曲率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B5F7F-086D-4DD6-90C1-39BB8A1F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506D4-58C1-4F3D-8919-06D2731E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无量纲图面 R=(qₓ,qᵧ,e)　曲率定义：Monge 图面公式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E043B-10F9-45D2-A6F2-BA53338C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E8D33-D506-4E99-A868-EE5AC52AC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1e2db8abc41c2"/>
          <a:stretch xmlns:a="http://schemas.openxmlformats.org/drawingml/2006/main"/>
        </p:blipFill>
        <p:spPr>
          <a:xfrm xmlns:a="http://schemas.openxmlformats.org/drawingml/2006/main">
            <a:off x="457200" y="1204985"/>
            <a:ext cx="4191000" cy="144765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76314-FBA7-486C-85CF-5836D4C9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81125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eₓ = sin qₓ，eᵧ = η sin qᵧ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6AC60-7BC2-43A1-A71F-264D3B15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85975"/>
            <a:ext cx="6381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eₓₓ = cos qₓ，eᵧᵧ = η cos qᵧ，eₓᵧ = 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E9279-9359-4B49-AD5F-46423E591F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3343b6d794a7f"/>
          <a:stretch xmlns:a="http://schemas.openxmlformats.org/drawingml/2006/main"/>
        </p:blipFill>
        <p:spPr>
          <a:xfrm xmlns:a="http://schemas.openxmlformats.org/drawingml/2006/main">
            <a:off x="1452112" y="3067050"/>
            <a:ext cx="9221101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D8F2A-EAA7-4334-916F-96F0C364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91075"/>
            <a:ext cx="11220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分母始终为正，曲率符号由 cos qₓ cos qᵧ 决定。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正曲率区、负曲率区与零曲率线可以在整个扩展能带中直接标出。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A4C77-8FD4-4279-85A8-AA49FB13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56389-AE2A-42E5-A20E-5AF80ADF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高斯曲率描述能量图面的局部几何，零曲率轨迹来自解析方程。</a:t>
            </a:r>
          </a:p>
        </p:txBody>
      </p:sp>
    </p:spTree>
    <p:extLst>
      <p:ext uri="{BB962C8B-B14F-4D97-AF65-F5344CB8AC3E}">
        <p14:creationId xmlns:p14="http://schemas.microsoft.com/office/powerpoint/2010/main" val="18876559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A5BF3-179E-42BB-BEA9-95E58E20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各向同性：多个布里渊区中的能带与曲率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B8025-FAC5-40D4-997F-5F8D7951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C3951-2ED4-4BB4-ABFD-9A52CA3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η=1　qₓ,qᵧ ∈ [−3π,3π]，共 3×3 个布里渊区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8EA5D-FA9F-4114-8C17-ED63F126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97019-3553-4D21-9FF3-5246E6CCCA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b850f3c4d45eb"/>
          <a:stretch xmlns:a="http://schemas.openxmlformats.org/drawingml/2006/main"/>
        </p:blipFill>
        <p:spPr>
          <a:xfrm xmlns:a="http://schemas.openxmlformats.org/drawingml/2006/main">
            <a:off x="767254" y="1095375"/>
            <a:ext cx="10638443" cy="4695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6D115-5B57-4E3D-9E4A-5E879ACD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C8AC8-BE44-4BD5-94E5-9F879057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左深色表示高能量，右红正蓝负。绿色为零曲率线，黑虚线围成中心第一布里渊区。</a:t>
            </a:r>
          </a:p>
        </p:txBody>
      </p:sp>
    </p:spTree>
    <p:extLst>
      <p:ext uri="{BB962C8B-B14F-4D97-AF65-F5344CB8AC3E}">
        <p14:creationId xmlns:p14="http://schemas.microsoft.com/office/powerpoint/2010/main" val="440472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5D976-10BA-4AA6-9B37-58D921C1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各向异性：曲率幅度改变，零点仍然相同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C12BA-1AC6-4948-B590-2548CB67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8F6EF-8068-4286-A1BE-FD10EF89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η=0.3　同一 q 范围与能量色标，右侧曲率色标改为 ±0.3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16C8F-1C1B-4458-8E0D-3A0EF3BA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0B282-7CCC-4688-B3B6-792A24B767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7cbf5c4bc4343"/>
          <a:stretch xmlns:a="http://schemas.openxmlformats.org/drawingml/2006/main"/>
        </p:blipFill>
        <p:spPr>
          <a:xfrm xmlns:a="http://schemas.openxmlformats.org/drawingml/2006/main">
            <a:off x="812702" y="1095375"/>
            <a:ext cx="10547545" cy="4695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CEE57-E896-4E35-965F-642BA8E9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C16AA-FE28-4F3C-9366-74FB3ECA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Jᵧ 减小后 y 向色散较弱。两页曲率色标不同，幅值比较应读取色标数值。</a:t>
            </a:r>
          </a:p>
        </p:txBody>
      </p:sp>
    </p:spTree>
    <p:extLst>
      <p:ext uri="{BB962C8B-B14F-4D97-AF65-F5344CB8AC3E}">
        <p14:creationId xmlns:p14="http://schemas.microsoft.com/office/powerpoint/2010/main" val="1699238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5A32E-7E6B-4B1A-9FC1-84BA5A47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严格零曲率位置上的能带分布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4F469-F192-4635-86A6-0FAF0107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2DAFA-771C-453B-A772-4846EA7A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η=1　左侧只保留 κ_G=0 线上的能量，右侧为完整曲率图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C34E0-9947-4333-B334-D8EA1DD5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AD3EB-9A81-43F0-9268-906AC5A7DE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2b495eb3d4cac"/>
          <a:stretch xmlns:a="http://schemas.openxmlformats.org/drawingml/2006/main"/>
        </p:blipFill>
        <p:spPr>
          <a:xfrm xmlns:a="http://schemas.openxmlformats.org/drawingml/2006/main">
            <a:off x="1188044" y="1066800"/>
            <a:ext cx="9796862" cy="43243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623C2-0839-4FF4-ACB6-7EE0C31A2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f947d23a84178"/>
          <a:stretch xmlns:a="http://schemas.openxmlformats.org/drawingml/2006/main"/>
        </p:blipFill>
        <p:spPr>
          <a:xfrm xmlns:a="http://schemas.openxmlformats.org/drawingml/2006/main">
            <a:off x="3439653" y="5429250"/>
            <a:ext cx="5312694" cy="42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4EF51-8238-45F3-BC9D-DE8DAF2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EE4EB-4FA0-4421-A799-21FA5860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零曲率组成两族周期直线，交点同时满足两个方向的二阶导数为零。</a:t>
            </a:r>
          </a:p>
        </p:txBody>
      </p:sp>
    </p:spTree>
    <p:extLst>
      <p:ext uri="{BB962C8B-B14F-4D97-AF65-F5344CB8AC3E}">
        <p14:creationId xmlns:p14="http://schemas.microsoft.com/office/powerpoint/2010/main" val="537599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2289B-FFCB-462E-9A43-8015CED3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波包中心：普通点、零曲率线与交点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CA6CA-262D-403F-915B-3FF6CB2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7B520-40C6-474D-9059-85CE85DF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H = ∂ᵢ∂ⱼe = diag(cos qₓ, η cos qᵧ)　以下先固定 η=1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FD5BB-881B-4E66-AE6A-41F88CDD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50961-620E-4224-9FDA-2D0BB1EE51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55eefa5b14a34"/>
          <a:stretch xmlns:a="http://schemas.openxmlformats.org/drawingml/2006/main"/>
        </p:blipFill>
        <p:spPr>
          <a:xfrm xmlns:a="http://schemas.openxmlformats.org/drawingml/2006/main">
            <a:off x="330451" y="1228725"/>
            <a:ext cx="4939797" cy="42481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7782F-BC83-424B-84F7-87187ED564F6}"/>
              </a:ext>
            </a:extLst>
          </p:cNvPr>
          <p:cNvGraphicFramePr/>
          <p:nvPr/>
        </p:nvGraphicFramePr>
        <p:xfrm>
          <a:off xmlns:a="http://schemas.openxmlformats.org/drawingml/2006/main" x="5381625" y="1562100"/>
          <a:ext xmlns:a="http://schemas.openxmlformats.org/drawingml/2006/main" cx="6372225" cy="2638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7425"/>
                <a:gridCol w="1809750"/>
                <a:gridCol w="2305050"/>
              </a:tblGrid>
              <a:tr h="659606"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 q₀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 的对角元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设计含义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596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(0.7, 0.7)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(0.765, 0.765)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两个方向有二阶色散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96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(π/2, 0.7)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(0, 0.765)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x 向二阶项消失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96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(π/2, π/2)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(0, 0)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两个二阶项同时消失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80347-AC07-4882-8A58-58324C81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10100"/>
            <a:ext cx="61626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κ_G=0 只要求 det H=0。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二维波包的二阶形变还要分别检查 H 的两个方向。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B2097-12FB-4BAE-8FDA-3B841295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F0CEF-DEC3-41CD-9E00-D772CCA3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初步优先选择 C 作为中心，并用 A、B 作为相同初始宽度的受控对照。</a:t>
            </a:r>
          </a:p>
        </p:txBody>
      </p:sp>
    </p:spTree>
    <p:extLst>
      <p:ext uri="{BB962C8B-B14F-4D97-AF65-F5344CB8AC3E}">
        <p14:creationId xmlns:p14="http://schemas.microsoft.com/office/powerpoint/2010/main" val="17093048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A281D-EDD2-4085-905D-3236D434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初始波包：有限宽度意味着有限频谱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001D8-FD89-4BF4-A07E-B1C91910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8ABB6-41D2-4238-9C74-883448BF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主比较：σ=6a，η=1，三组只改变载波中心 q₀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EE793-A240-46B8-8360-9D5DA5BD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5946C-6FA0-47BB-BC8B-84B7A2FF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057275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ψ(n,0) = 𝒩 exp[−(nₓ²+nᵧ²)/(4s²)] exp(i q₀·n)，s=σ/a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9B324-5E63-4C45-BCD2-6A5E4D89C8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2aa490c894eb2"/>
          <a:stretch xmlns:a="http://schemas.openxmlformats.org/drawingml/2006/main"/>
        </p:blipFill>
        <p:spPr>
          <a:xfrm xmlns:a="http://schemas.openxmlformats.org/drawingml/2006/main">
            <a:off x="1275406" y="1819275"/>
            <a:ext cx="9622137" cy="3362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C5DB2-B94C-4290-BB87-7AED23C5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1258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谱宽 Δq ≈ 1/(2s) = 1/12。等高线为初始谱功率的 0.1、0.5、0.9 倍峰值。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背景为 κ_G，红正蓝负，统一范围 ±0.3。有限频谱始终覆盖零线附近的区域。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51DED-48E1-459E-AFB1-284CB9D6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9FC09-0FF9-4352-B98F-51C18DC9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选在零曲率中心只是第一步，波包实际占据的整片频谱决定最终形变。</a:t>
            </a:r>
          </a:p>
        </p:txBody>
      </p:sp>
    </p:spTree>
    <p:extLst>
      <p:ext uri="{BB962C8B-B14F-4D97-AF65-F5344CB8AC3E}">
        <p14:creationId xmlns:p14="http://schemas.microsoft.com/office/powerpoint/2010/main" val="20423996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46345-BAF8-4458-9BC3-D809B060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初始设计的实际格点波纹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6C9B9-85C3-41DB-A058-6305CF8C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111AF-B16C-4496-B37D-A827F53A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σ=6a，η=1，τ=0　色标 Reψ/A₀ 固定，总概率为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A5EEF-31D4-4633-81D1-D843CE12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929F8-09BD-45A9-AA2B-5D61B3719A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8098db196434b"/>
          <a:stretch xmlns:a="http://schemas.openxmlformats.org/drawingml/2006/main"/>
        </p:blipFill>
        <p:spPr>
          <a:xfrm xmlns:a="http://schemas.openxmlformats.org/drawingml/2006/main">
            <a:off x="371475" y="1254002"/>
            <a:ext cx="11430000" cy="36070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54ED9-8920-432B-A6E7-D29CAFE2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76825"/>
            <a:ext cx="545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包络相同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EAC0D-27F4-4AA0-9BFD-CF934B53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486400"/>
            <a:ext cx="5457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三组初始概率都为同一个 Gaussian。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每个方向的 RMS 宽度为 6a。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F9592-4A61-4C64-8E4F-6CECA595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76825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载波不同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15215-DAA5-4FBF-9257-0ED5A679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486400"/>
            <a:ext cx="5400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A、B、C 具有不同格点相位。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Reψ 显示振幅波纹，P 显示概率。</a:t>
            </a:r>
          </a:p>
        </p:txBody>
      </p:sp>
    </p:spTree>
    <p:extLst>
      <p:ext uri="{BB962C8B-B14F-4D97-AF65-F5344CB8AC3E}">
        <p14:creationId xmlns:p14="http://schemas.microsoft.com/office/powerpoint/2010/main" val="402817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9B290-E08F-460C-9652-6B2C285D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同初宽、同时间：末态概率的二维比较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CAAFA-7399-4E4E-9848-BB9D6EDD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63968-8EC3-4C26-B97D-B20FBD4A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新模拟：σ=6a，η=1，512×512 格点，完整余弦色散，τ=180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41409-84E6-4361-AD22-618A2852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152A9-60D7-46E8-9BA7-AEC8DA809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3347f9a3047c1"/>
          <a:stretch xmlns:a="http://schemas.openxmlformats.org/drawingml/2006/main"/>
        </p:blipFill>
        <p:spPr>
          <a:xfrm xmlns:a="http://schemas.openxmlformats.org/drawingml/2006/main">
            <a:off x="483755" y="1114425"/>
            <a:ext cx="11205441" cy="35814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F8E61-E3B5-4178-BFB2-C9E6891088BB}"/>
              </a:ext>
            </a:extLst>
          </p:cNvPr>
          <p:cNvGraphicFramePr/>
          <p:nvPr/>
        </p:nvGraphicFramePr>
        <p:xfrm>
          <a:off xmlns:a="http://schemas.openxmlformats.org/drawingml/2006/main" x="457200" y="4876800"/>
          <a:ext xmlns:a="http://schemas.openxmlformats.org/drawingml/2006/main" cx="11239500" cy="847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2857500"/>
                <a:gridCol w="2857500"/>
                <a:gridCol w="2876550"/>
              </a:tblGrid>
              <a:tr h="423863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τ=180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普通点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零曲率线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零曲率交点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23863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(σₓ/a, σᵧ/a)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(12.924, 12.924)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(6.064, 12.924)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(6.064, 6.064)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A0D79-3F5C-464A-9075-31ADD706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7EB3B-6A5A-412A-A715-AD057A35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B 仍沿 y 明显展宽，C 在两个方向的有限时间展宽都较弱。</a:t>
            </a:r>
          </a:p>
        </p:txBody>
      </p:sp>
    </p:spTree>
    <p:extLst>
      <p:ext uri="{BB962C8B-B14F-4D97-AF65-F5344CB8AC3E}">
        <p14:creationId xmlns:p14="http://schemas.microsoft.com/office/powerpoint/2010/main" val="2931230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46C47-6ED9-4E34-8F22-F4B7360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载波波纹在传播过程中的演化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CB9CC-092F-4773-B703-35F15796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68D30-EE21-4614-A1B6-1582A635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新模拟：σ=6a，η=1，512×512 格点，完整余弦色散，动画 τ=0–180，共 61 个演化时刻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BC554-27FC-41F6-9126-B4A2B4F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22793-22D4-45D8-91C1-DFA9B48CEF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24eea2e0f4d69"/>
          <a:stretch xmlns:a="http://schemas.openxmlformats.org/drawingml/2006/main"/>
        </p:blipFill>
        <p:spPr>
          <a:xfrm xmlns:a="http://schemas.openxmlformats.org/drawingml/2006/main">
            <a:off x="409575" y="1093576"/>
            <a:ext cx="11372850" cy="412792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C4EB2-303F-45B0-82A5-69F27865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1258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每个像素表示实际格点，载波实部保留正负波峰。图中减去各自质心位移。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Reψ 是固定相位约定下的振幅分量，固定单磁子数态的横向自旋均值为零。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AAED3-19EA-46DA-9354-C0A9B669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1A980-0EAC-48B1-96B2-6EEB2C0D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波纹显示格点相位结构，前后形变再结合概率宽度与复振幅重叠衡量。</a:t>
            </a:r>
          </a:p>
        </p:txBody>
      </p:sp>
    </p:spTree>
    <p:extLst>
      <p:ext uri="{BB962C8B-B14F-4D97-AF65-F5344CB8AC3E}">
        <p14:creationId xmlns:p14="http://schemas.microsoft.com/office/powerpoint/2010/main" val="8896490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8211A-1DC0-4ADA-8C50-6030EA01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概率矩量化两个方向的展宽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238E7-ECDD-48FE-9F3C-B86D9895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B6865-3300-40EA-9786-DB7E11B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主比较：相同初宽 6a、相同时间，行进距离并不相同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CB52F-6B0A-45C0-A62A-6B787258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E36F70A-EFC0-4774-83C7-D041EB9949BE}"/>
              </a:ext>
            </a:extLst>
          </p:cNvPr>
          <p:cNvGraphicFramePr/>
          <p:nvPr/>
        </p:nvGraphicFramePr>
        <p:xfrm>
          <a:off xmlns:a="http://schemas.openxmlformats.org/drawingml/2006/main" x="352425" y="1285875"/>
          <a:ext xmlns:a="http://schemas.openxmlformats.org/drawingml/2006/main" cx="56388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20a56791d84c7f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AD76310-7A61-466E-8FCA-47C30077D7AD}"/>
              </a:ext>
            </a:extLst>
          </p:cNvPr>
          <p:cNvGraphicFramePr/>
          <p:nvPr/>
        </p:nvGraphicFramePr>
        <p:xfrm>
          <a:off xmlns:a="http://schemas.openxmlformats.org/drawingml/2006/main" x="6191250" y="1285875"/>
          <a:ext xmlns:a="http://schemas.openxmlformats.org/drawingml/2006/main" cx="56388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183e896d7b4f9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79831-D91D-4CCE-BF44-3D8245F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49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x 图中 B 与 C 重合，y 图中 A 与 B 重合。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C 在 τ=180 时两个方向宽度均为 6.064a，比初始宽度增加约 1.07%。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B7FE7-52A5-4E32-B376-99D5BE0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C2E1F-9E26-429E-B8B3-9270DE8C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局部二阶项是否消失，与完整色散下的有限时间展宽形成一致的对应。</a:t>
            </a:r>
          </a:p>
        </p:txBody>
      </p:sp>
    </p:spTree>
    <p:extLst>
      <p:ext uri="{BB962C8B-B14F-4D97-AF65-F5344CB8AC3E}">
        <p14:creationId xmlns:p14="http://schemas.microsoft.com/office/powerpoint/2010/main" val="1438059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20636-85AB-4BF0-9376-B0DB21BD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保形还需检查剩余谱相位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B2413-179C-4050-9CC8-51979FE1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99EEB-3572-4FA5-BC15-9912636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F 为复振幅与“以自身谱平均速度平移的初态”的重叠平方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7A478-57BF-402B-9B50-B8F4DC29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91A16-A1B7-4BB0-95CF-446246C69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13eb3bfd44442"/>
          <a:stretch xmlns:a="http://schemas.openxmlformats.org/drawingml/2006/main"/>
        </p:blipFill>
        <p:spPr>
          <a:xfrm xmlns:a="http://schemas.openxmlformats.org/drawingml/2006/main">
            <a:off x="2577351" y="1057275"/>
            <a:ext cx="7008723" cy="2228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3D6DF-61DC-45D9-ACD2-FA165930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δe = e−ū·q−〈e−ū·q〉谱，F(τ) = |〈exp(−iδeτ)〉谱|²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E1BDD20-9F9A-4B66-A8EB-1012E413C625}"/>
              </a:ext>
            </a:extLst>
          </p:cNvPr>
          <p:cNvGraphicFramePr/>
          <p:nvPr/>
        </p:nvGraphicFramePr>
        <p:xfrm>
          <a:off xmlns:a="http://schemas.openxmlformats.org/drawingml/2006/main" x="428625" y="3705225"/>
          <a:ext xmlns:a="http://schemas.openxmlformats.org/drawingml/2006/main" cx="699135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d1f781d2f34d56"/>
          </a:graphicData>
        </a:graphic>
      </p:graphicFrame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28CE8-A6C9-458E-A458-A11CD5862FED}"/>
              </a:ext>
            </a:extLst>
          </p:cNvPr>
          <p:cNvGraphicFramePr/>
          <p:nvPr/>
        </p:nvGraphicFramePr>
        <p:xfrm>
          <a:off xmlns:a="http://schemas.openxmlformats.org/drawingml/2006/main" x="7772400" y="3771900"/>
          <a:ext xmlns:a="http://schemas.openxmlformats.org/drawingml/2006/main" cx="3914775" cy="19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343025"/>
              </a:tblGrid>
              <a:tr h="478631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τ=180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78631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普通点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0.5233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8631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零曲率线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0.7221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8631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零曲率交点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0.9965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51048-EB21-4507-990D-EDE1CCCB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0A732-41E6-4819-8AA0-F00D8A01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C 的剩余谱相位较小，F≈0.9965。该结论对应当前初宽与传播时间。</a:t>
            </a:r>
          </a:p>
        </p:txBody>
      </p:sp>
    </p:spTree>
    <p:extLst>
      <p:ext uri="{BB962C8B-B14F-4D97-AF65-F5344CB8AC3E}">
        <p14:creationId xmlns:p14="http://schemas.microsoft.com/office/powerpoint/2010/main" val="12412370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19019-3860-468F-B208-C2479A74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频宽设计：较宽初态可以延长保形时间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50438-0476-4088-B797-20B6AAD0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4E5C1-64A6-4220-A233-0389CDB1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 点 q₀=(π/2,π/2)，η=1，1024×1024，τ=0–360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DB482-382A-4C81-BF37-B5E235BC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1A9C704-5C86-4D33-8395-0113A6F9FCF1}"/>
              </a:ext>
            </a:extLst>
          </p:cNvPr>
          <p:cNvGraphicFramePr/>
          <p:nvPr/>
        </p:nvGraphicFramePr>
        <p:xfrm>
          <a:off xmlns:a="http://schemas.openxmlformats.org/drawingml/2006/main" x="371475" y="1304925"/>
          <a:ext xmlns:a="http://schemas.openxmlformats.org/drawingml/2006/main" cx="7248525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f2f6566b5140e8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9D7FF-EA27-4A45-8817-449D458E19BF}"/>
              </a:ext>
            </a:extLst>
          </p:cNvPr>
          <p:cNvGraphicFramePr/>
          <p:nvPr/>
        </p:nvGraphicFramePr>
        <p:xfrm>
          <a:off xmlns:a="http://schemas.openxmlformats.org/drawingml/2006/main" x="7810500" y="1543050"/>
          <a:ext xmlns:a="http://schemas.openxmlformats.org/drawingml/2006/main" cx="3943350" cy="2486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9675"/>
                <a:gridCol w="1466850"/>
                <a:gridCol w="1266825"/>
              </a:tblGrid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初宽 σ/a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Δq≈a/(2σ)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F(360)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0.1250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0.8883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0.0833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0.9864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0.0625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0.9975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3791D-8734-4DF2-B7D1-700E83F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86275"/>
            <a:ext cx="37242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较宽的初态需要更大的空间范围，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换来更窄频谱与更小的高阶形变。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A7AC8-4DFC-4DA4-8CAB-31AAA024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EB60D-4E58-4A20-BACF-4F0D0448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初步设计需要同时选择中心波矢与初始宽度，比较时明确所用空间资源。</a:t>
            </a:r>
          </a:p>
        </p:txBody>
      </p:sp>
    </p:spTree>
    <p:extLst>
      <p:ext uri="{BB962C8B-B14F-4D97-AF65-F5344CB8AC3E}">
        <p14:creationId xmlns:p14="http://schemas.microsoft.com/office/powerpoint/2010/main" val="21259173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5C4F4-1066-47AB-A744-447C3306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交点仍有三阶色散：更长时间下的形变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0BFAD-B0D7-4EAF-84EE-75B7E5F9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473C4-1C64-4CB6-9346-EBB1F3E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 点，η=1，σ=4a，1024×1024，τ=0、180、360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9229D-0DA6-4EA1-BE18-36FE5C88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CCF58-4236-4AE8-A6B9-560EA73D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953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e(q₀+δq)−e₀−u₀·δq = −(δqₓ³+ηδqᵧ³)/6 + O(|δq|⁵)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B3F36-8CCC-4D85-B85A-099D240FBF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ae8bf9d82420b"/>
          <a:stretch xmlns:a="http://schemas.openxmlformats.org/drawingml/2006/main"/>
        </p:blipFill>
        <p:spPr>
          <a:xfrm xmlns:a="http://schemas.openxmlformats.org/drawingml/2006/main">
            <a:off x="1280099" y="1914525"/>
            <a:ext cx="9612753" cy="36099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3B342-A77B-48FF-BF92-1F5354E9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2122F-F35C-415B-BEF4-6AB78E91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二阶项消失后仍保留三阶项，有限带宽波包在更长时间内仍会偏斜和展宽。</a:t>
            </a:r>
          </a:p>
        </p:txBody>
      </p:sp>
    </p:spTree>
    <p:extLst>
      <p:ext uri="{BB962C8B-B14F-4D97-AF65-F5344CB8AC3E}">
        <p14:creationId xmlns:p14="http://schemas.microsoft.com/office/powerpoint/2010/main" val="2276812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4CA21-E00B-47C8-8410-E3318556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各向异性作为零曲率线上的辅助调节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3F814-383F-41C8-9D4E-F17E65EA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63651-4349-4010-A467-0416501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B 点 q₀=(π/2,0.7)，相同 σ=6a、τ=180，η=1 与 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FEC7F-979A-4D08-BE7C-30D839B5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AF423-4DB0-4650-A412-284CC6B99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29227f217478f"/>
          <a:stretch xmlns:a="http://schemas.openxmlformats.org/drawingml/2006/main"/>
        </p:blipFill>
        <p:spPr>
          <a:xfrm xmlns:a="http://schemas.openxmlformats.org/drawingml/2006/main">
            <a:off x="333375" y="1227312"/>
            <a:ext cx="7400925" cy="3117501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DCEF79C-2301-409E-A9E9-F93A073052FB}"/>
              </a:ext>
            </a:extLst>
          </p:cNvPr>
          <p:cNvGraphicFramePr/>
          <p:nvPr/>
        </p:nvGraphicFramePr>
        <p:xfrm>
          <a:off xmlns:a="http://schemas.openxmlformats.org/drawingml/2006/main" x="7867650" y="1323975"/>
          <a:ext xmlns:a="http://schemas.openxmlformats.org/drawingml/2006/main" cx="3933825" cy="3038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41fbeae2944e8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B9F9B-722C-4D59-8FDF-4A2908AD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38700"/>
            <a:ext cx="112109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η=0.3 时，σᵧ(180)=6.913a，F(180)=0.9597。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向平均速度同时由 0.642 降为 0.193，传播方向也随之改变。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A1CE1-7C32-4F93-A99C-5FE1B1A9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08509-FAD3-4029-9783-649DE985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减小 Jᵧ 可以减弱剩余的 y 向色散，设计时还需满足目标传播方向与距离。</a:t>
            </a:r>
          </a:p>
        </p:txBody>
      </p:sp>
    </p:spTree>
    <p:extLst>
      <p:ext uri="{BB962C8B-B14F-4D97-AF65-F5344CB8AC3E}">
        <p14:creationId xmlns:p14="http://schemas.microsoft.com/office/powerpoint/2010/main" val="7684954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3BEDF-3E37-44A0-B6AE-E69ECF36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波包初步方案与下一步检验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806D2-1D38-4FBD-BD32-30654DF7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4A041-81BB-4A72-B681-02B82431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当前范围：均匀、零外场、无耗散的自旋 1/2 铁磁单磁子模型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B2230-F577-4FF5-84BB-585AC671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6676E-6D50-4FAA-B464-99E2F82971F7}"/>
              </a:ext>
            </a:extLst>
          </p:cNvPr>
          <p:cNvGraphicFramePr/>
          <p:nvPr/>
        </p:nvGraphicFramePr>
        <p:xfrm>
          <a:off xmlns:a="http://schemas.openxmlformats.org/drawingml/2006/main" x="447675" y="1238250"/>
          <a:ext xmlns:a="http://schemas.openxmlformats.org/drawingml/2006/main" cx="11287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3876675"/>
                <a:gridCol w="5572125"/>
              </a:tblGrid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设计环节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当前初步方案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依据与边界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中心波矢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 C=(π/2,π/2)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两个方向二阶色散同时为零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初始宽度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先取 σ=6a，可扩展至 8a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较窄频谱减少高阶相位，初态占用空间更大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本阶段传播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η=1，τ≤180 的主比较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σ=6a 时 F(180)=0.9965，宽度增加约 1.07%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调节与检验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 η、宽度、传播距离继续优化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明确比较条件，检查三阶项、边界与真实材料参数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21B46-A43B-409B-9CC0-7BF01AE3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76775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87467-2D58-441C-B12B-60874251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86350"/>
            <a:ext cx="5486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解析曲率、扩展能带图和 9 组受控模拟。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完整色散演化与扩大盒检查相互核验。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BCE69-90BB-4818-B63F-3BB0E9CC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76775"/>
            <a:ext cx="530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09AE0-62D7-402F-83E6-E355607D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86350"/>
            <a:ext cx="53054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给定目标距离和初态空间范围，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优化保形程度并加入实际制备与耗散。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7A8E1-F824-4535-990C-79F33A52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31098-38F6-4BB3-9CE7-32B70CDB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当前方案支持有限时间的低展宽传播，尚不构成永久无色散波包。</a:t>
            </a:r>
          </a:p>
        </p:txBody>
      </p:sp>
    </p:spTree>
    <p:extLst>
      <p:ext uri="{BB962C8B-B14F-4D97-AF65-F5344CB8AC3E}">
        <p14:creationId xmlns:p14="http://schemas.microsoft.com/office/powerpoint/2010/main" val="1622673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2026-10-20T00:33:43.4130000Z</dcterms:created>
  <dcterms:modified xsi:type="dcterms:W3CDTF">2026-10-20T00:33:43.4130000Z</dcterms:modified>
</coreProperties>
</file>