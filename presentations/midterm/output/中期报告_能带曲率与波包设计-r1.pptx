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gif" ContentType="image/gi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3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4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5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0bc75144114e30" /><Relationship Type="http://schemas.openxmlformats.org/officeDocument/2006/relationships/extended-properties" Target="/docProps/app.xml" Id="Rb4d478c7a4c94a47" /><Relationship Type="http://schemas.openxmlformats.org/officeDocument/2006/relationships/officeDocument" Target="/ppt/presentation.xml" Id="R7bfa693e359146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f2f82bfb7240e4"/>
  </p:sldMasterIdLst>
  <p:notesMasterIdLst>
    <p:notesMasterId xmlns:r="http://schemas.openxmlformats.org/officeDocument/2006/relationships" r:id="Rc87e71de97ab4538"/>
  </p:notesMasterIdLst>
  <p:sldIdLst>
    <p:sldId xmlns:r="http://schemas.openxmlformats.org/officeDocument/2006/relationships" id="256" r:id="Rf63ba1aad23c464b"/>
    <p:sldId xmlns:r="http://schemas.openxmlformats.org/officeDocument/2006/relationships" id="257" r:id="Red8ec815f9b0488c"/>
    <p:sldId xmlns:r="http://schemas.openxmlformats.org/officeDocument/2006/relationships" id="258" r:id="R788041ab7d8b47d9"/>
    <p:sldId xmlns:r="http://schemas.openxmlformats.org/officeDocument/2006/relationships" id="259" r:id="Rb41dbff2ac7249f8"/>
    <p:sldId xmlns:r="http://schemas.openxmlformats.org/officeDocument/2006/relationships" id="260" r:id="R09148d3139a7459b"/>
    <p:sldId xmlns:r="http://schemas.openxmlformats.org/officeDocument/2006/relationships" id="261" r:id="R7dafdfcfb33f4352"/>
    <p:sldId xmlns:r="http://schemas.openxmlformats.org/officeDocument/2006/relationships" id="262" r:id="R98f918e6d334450f"/>
    <p:sldId xmlns:r="http://schemas.openxmlformats.org/officeDocument/2006/relationships" id="263" r:id="Rd4bebe735f6b46fe"/>
    <p:sldId xmlns:r="http://schemas.openxmlformats.org/officeDocument/2006/relationships" id="264" r:id="Rbaf0afbe73e74d08"/>
    <p:sldId xmlns:r="http://schemas.openxmlformats.org/officeDocument/2006/relationships" id="265" r:id="R479a5c5b5de14644"/>
    <p:sldId xmlns:r="http://schemas.openxmlformats.org/officeDocument/2006/relationships" id="266" r:id="R2d661ff051fd4d49"/>
    <p:sldId xmlns:r="http://schemas.openxmlformats.org/officeDocument/2006/relationships" id="267" r:id="Rf704948a3bec4321"/>
    <p:sldId xmlns:r="http://schemas.openxmlformats.org/officeDocument/2006/relationships" id="268" r:id="R4b4379af6b2e492a"/>
    <p:sldId xmlns:r="http://schemas.openxmlformats.org/officeDocument/2006/relationships" id="269" r:id="Rc6fc1ac036d54078"/>
    <p:sldId xmlns:r="http://schemas.openxmlformats.org/officeDocument/2006/relationships" id="270" r:id="R84bef84b172c43f2"/>
    <p:sldId xmlns:r="http://schemas.openxmlformats.org/officeDocument/2006/relationships" id="271" r:id="R2f1457b91c31496f"/>
    <p:sldId xmlns:r="http://schemas.openxmlformats.org/officeDocument/2006/relationships" id="272" r:id="Rc4493fef67054f0e"/>
    <p:sldId xmlns:r="http://schemas.openxmlformats.org/officeDocument/2006/relationships" id="273" r:id="R5140ba1bf8494d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a89a0400294758" /><Relationship Type="http://schemas.openxmlformats.org/officeDocument/2006/relationships/slideMaster" Target="/ppt/slideMasters/slideMaster1.xml" Id="R0ff2f82bfb7240e4" /><Relationship Type="http://schemas.openxmlformats.org/officeDocument/2006/relationships/notesMaster" Target="/ppt/notesMasters/notesMaster1.xml" Id="Rc87e71de97ab4538" /><Relationship Type="http://schemas.openxmlformats.org/officeDocument/2006/relationships/presProps" Target="/ppt/presProps.xml" Id="Rd35d6f75b9fa4182" /><Relationship Type="http://schemas.openxmlformats.org/officeDocument/2006/relationships/tableStyles" Target="/ppt/tableStyles.xml" Id="Rbce452de22784cb6" /><Relationship Type="http://schemas.openxmlformats.org/officeDocument/2006/relationships/slide" Target="/ppt/slides/slide1.xml" Id="Rf63ba1aad23c464b" /><Relationship Type="http://schemas.openxmlformats.org/officeDocument/2006/relationships/slide" Target="/ppt/slides/slide2.xml" Id="Red8ec815f9b0488c" /><Relationship Type="http://schemas.openxmlformats.org/officeDocument/2006/relationships/slide" Target="/ppt/slides/slide3.xml" Id="R788041ab7d8b47d9" /><Relationship Type="http://schemas.openxmlformats.org/officeDocument/2006/relationships/slide" Target="/ppt/slides/slide4.xml" Id="Rb41dbff2ac7249f8" /><Relationship Type="http://schemas.openxmlformats.org/officeDocument/2006/relationships/slide" Target="/ppt/slides/slide5.xml" Id="R09148d3139a7459b" /><Relationship Type="http://schemas.openxmlformats.org/officeDocument/2006/relationships/slide" Target="/ppt/slides/slide6.xml" Id="R7dafdfcfb33f4352" /><Relationship Type="http://schemas.openxmlformats.org/officeDocument/2006/relationships/slide" Target="/ppt/slides/slide7.xml" Id="R98f918e6d334450f" /><Relationship Type="http://schemas.openxmlformats.org/officeDocument/2006/relationships/slide" Target="/ppt/slides/slide8.xml" Id="Rd4bebe735f6b46fe" /><Relationship Type="http://schemas.openxmlformats.org/officeDocument/2006/relationships/slide" Target="/ppt/slides/slide9.xml" Id="Rbaf0afbe73e74d08" /><Relationship Type="http://schemas.openxmlformats.org/officeDocument/2006/relationships/slide" Target="/ppt/slides/slide10.xml" Id="R479a5c5b5de14644" /><Relationship Type="http://schemas.openxmlformats.org/officeDocument/2006/relationships/slide" Target="/ppt/slides/slide11.xml" Id="R2d661ff051fd4d49" /><Relationship Type="http://schemas.openxmlformats.org/officeDocument/2006/relationships/slide" Target="/ppt/slides/slide12.xml" Id="Rf704948a3bec4321" /><Relationship Type="http://schemas.openxmlformats.org/officeDocument/2006/relationships/slide" Target="/ppt/slides/slide13.xml" Id="R4b4379af6b2e492a" /><Relationship Type="http://schemas.openxmlformats.org/officeDocument/2006/relationships/slide" Target="/ppt/slides/slide14.xml" Id="Rc6fc1ac036d54078" /><Relationship Type="http://schemas.openxmlformats.org/officeDocument/2006/relationships/slide" Target="/ppt/slides/slide15.xml" Id="R84bef84b172c43f2" /><Relationship Type="http://schemas.openxmlformats.org/officeDocument/2006/relationships/slide" Target="/ppt/slides/slide16.xml" Id="R2f1457b91c31496f" /><Relationship Type="http://schemas.openxmlformats.org/officeDocument/2006/relationships/slide" Target="/ppt/slides/slide17.xml" Id="Rc4493fef67054f0e" /><Relationship Type="http://schemas.openxmlformats.org/officeDocument/2006/relationships/slide" Target="/ppt/slides/slide18.xml" Id="R5140ba1bf8494d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4a109bcfac4f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888bea285244e4" /><Relationship Type="http://schemas.openxmlformats.org/officeDocument/2006/relationships/notesMaster" Target="/ppt/notesMasters/notesMaster1.xml" Id="Rae66fd5a06ee47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a27459238942a8" /><Relationship Type="http://schemas.openxmlformats.org/officeDocument/2006/relationships/notesMaster" Target="/ppt/notesMasters/notesMaster1.xml" Id="R13a48d670a5643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388618275d4dcb" /><Relationship Type="http://schemas.openxmlformats.org/officeDocument/2006/relationships/notesMaster" Target="/ppt/notesMasters/notesMaster1.xml" Id="Re85ca2d0db3a44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2420a48e7349b6" /><Relationship Type="http://schemas.openxmlformats.org/officeDocument/2006/relationships/notesMaster" Target="/ppt/notesMasters/notesMaster1.xml" Id="Rd2f08445a83f40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bb2183cbdf410d" /><Relationship Type="http://schemas.openxmlformats.org/officeDocument/2006/relationships/notesMaster" Target="/ppt/notesMasters/notesMaster1.xml" Id="R490b4d9f836442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07a252bf134cb4" /><Relationship Type="http://schemas.openxmlformats.org/officeDocument/2006/relationships/notesMaster" Target="/ppt/notesMasters/notesMaster1.xml" Id="R74d231c4db9548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4a301925b1456d" /><Relationship Type="http://schemas.openxmlformats.org/officeDocument/2006/relationships/notesMaster" Target="/ppt/notesMasters/notesMaster1.xml" Id="R4e73a300f00b42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6d4719fb96455c" /><Relationship Type="http://schemas.openxmlformats.org/officeDocument/2006/relationships/notesMaster" Target="/ppt/notesMasters/notesMaster1.xml" Id="R3b49c58fac074b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0e19d57afe44eb1" /><Relationship Type="http://schemas.openxmlformats.org/officeDocument/2006/relationships/notesMaster" Target="/ppt/notesMasters/notesMaster1.xml" Id="R6f33c076da3e4e6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9cd1993f504b22" /><Relationship Type="http://schemas.openxmlformats.org/officeDocument/2006/relationships/notesMaster" Target="/ppt/notesMasters/notesMaster1.xml" Id="Rb3882a22b30e433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2fbc41d31040c4" /><Relationship Type="http://schemas.openxmlformats.org/officeDocument/2006/relationships/notesMaster" Target="/ppt/notesMasters/notesMaster1.xml" Id="Rdca53ca4d973424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6f671d6dfe64eaa" /><Relationship Type="http://schemas.openxmlformats.org/officeDocument/2006/relationships/notesMaster" Target="/ppt/notesMasters/notesMaster1.xml" Id="R60f758a1d37c432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9c772e5a9c34450" /><Relationship Type="http://schemas.openxmlformats.org/officeDocument/2006/relationships/notesMaster" Target="/ppt/notesMasters/notesMaster1.xml" Id="R7f770d74235d413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26d721159844044" /><Relationship Type="http://schemas.openxmlformats.org/officeDocument/2006/relationships/notesMaster" Target="/ppt/notesMasters/notesMaster1.xml" Id="R96182d1c8f78462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91edef951584111" /><Relationship Type="http://schemas.openxmlformats.org/officeDocument/2006/relationships/notesMaster" Target="/ppt/notesMasters/notesMaster1.xml" Id="R4c0be823ac63435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81283bac5524f94" /><Relationship Type="http://schemas.openxmlformats.org/officeDocument/2006/relationships/notesMaster" Target="/ppt/notesMasters/notesMaster1.xml" Id="R4fd777a3fbb94b0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957e9c344b84486" /><Relationship Type="http://schemas.openxmlformats.org/officeDocument/2006/relationships/notesMaster" Target="/ppt/notesMasters/notesMaster1.xml" Id="R86fba30dde0743e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166de89eca04e50" /><Relationship Type="http://schemas.openxmlformats.org/officeDocument/2006/relationships/notesMaster" Target="/ppt/notesMasters/notesMaster1.xml" Id="Ra37774ac14de4d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精确FFT谱演化psi(t)=IFFT[FFT(psi0)exp(-i e tau)]。固定晶格常数a，增加N只扩大盒长。主比较同初始概率RMS宽度sigma=6a、同时间tau=180，行进距离不同。归一化总概率为1，固定初态相位，移除E_F公共相位。无外场、无耗散的自旋1/2铁磁单磁子模型。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来源：中期报告　原理 PDF、曲率解析与波包数值模拟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图：无量纲扩展能带。绿色线为kappa_G=0的解析轨迹，黑虚线是中心第一布里渊区边界。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从原理PDF的直接库仑交换得到J=2K&gt;0。采用自旋1/2，极化方向+x，每条键计一次。单翻转子空间在H作用下精确闭合。局部晶格图仅表示相邻交换，不是模拟分辨率。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3–4 页，式 (20)、(22)、(25)、(29)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精确FFT谱演化psi(t)=IFFT[FFT(psi0)exp(-i e tau)]。固定晶格常数a，增加N只扩大盒长。主比较同初始概率RMS宽度sigma=6a、同时间tau=180，行进距离不同。归一化总概率为1，固定初态相位，移除E_F公共相位。无外场、无耗散的自旋1/2铁磁单磁子模型。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5 页，式 (35)–(39)　下方恢复 ℏ 的单位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曲率定义采用无量纲欧氏图面R=(qx,qy,e)，下标x,y指对q求导。不同轴尺度改变曲率数值，但在正轴缩放下零点和符号不变。不是Berry曲率。独立第一、第二基本形式推导经SymPy验证残差为零。定义来源 https://mathworld.wolfram.com/GaussianCurvature.html 公式(15)。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来源：无量纲图面 R=(qₓ,qᵧ,e)　曲率定义：Monge 图面公式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图：qx=kxa，qy=kya，e=epsilon/Jx，eta&gt;0；下标x,y指对无量纲q求偏导。</a:t>
            </a:r>
          </a:p>
          <a:p xmlns:a="http://schemas.openxmlformats.org/drawingml/2006/main">
            <a:br/>
            <a:r>
              <a:t>图：qx=kxa，qy=kya，e=epsilon/Jx，eta&gt;0；下标x,y指对无量纲q求偏导。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精确FFT谱演化psi(t)=IFFT[FFT(psi0)exp(-i e tau)]。固定晶格常数a，增加N只扩大盒长。主比较同初始概率RMS宽度sigma=6a、同时间tau=180，行进距离不同。归一化总概率为1，固定初态相位，移除E_F公共相位。无外场、无耗散的自旋1/2铁磁单磁子模型。左灰度越深能量越大，固定e范围0至4。右红正蓝负，深浅表示曲率绝对值，范围正负1。绿线为解析零曲率，黑虚线框为中心第一BZ。多个BZ只是同一能带的周期延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来源：η=1　qₓ,qᵧ ∈ [−3π,3π]，共 3×3 个布里渊区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图：eta=1；范围kx a,ky a属于[-3pi,3pi]，共3×3个布里渊区。左侧为完整能带，灰度越深能量越大。右侧红正蓝负，颜色深浅表示曲率绝对值，色标范围±1。绿色为解析零曲率轨迹；黑虚线框住中心第一布里渊区。曲率针对无量纲图面(qx,qy,e)，不是Berry曲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精确FFT谱演化psi(t)=IFFT[FFT(psi0)exp(-i e tau)]。固定晶格常数a，增加N只扩大盒长。主比较同初始概率RMS宽度sigma=6a、同时间tau=180，行进距离不同。归一化总概率为1，固定初态相位，移除E_F公共相位。无外场、无耗散的自旋1/2铁磁单磁子模型。与eta1相比，eta.3时能带沿qy变平。此页曲率范围正负.3，上页正负1，不可以仅凭色深跨页比较曲率幅值。eta&gt;0时零集合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来源：η=0.3　同一 q 范围与能量色标，右侧曲率色标改为 ±0.3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图：eta=0.3；范围kx a,ky a属于[-3pi,3pi]，共3×3个布里渊区。左侧为完整能带，灰度越深能量越大。右侧红正蓝负，颜色深浅表示曲率绝对值，色标范围±0.3。绿色为解析零曲率轨迹；黑虚线框住中心第一布里渊区。曲率针对无量纲图面(qx,qy,e)，不是Berry曲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左图线外空白，不是零能量。使用精确解析轨迹而非阈值筛选。各线上的能量仍然变化，曲率为零不等于能量或群速度为零。扩展3×3BZ展示同一带的周期结构。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来源：η=1　左侧只保留 κ_G=0 线上的能量，右侧为完整曲率图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图：eta=1；范围kx a,ky a属于[-3pi,3pi]，共3×3个布里渊区。左侧为严格零曲率线上的能量，线外留空。右侧红正蓝负，颜色深浅表示曲率绝对值，色标范围±1。绿色为解析零曲率轨迹；黑虚线框住中心第一布里渊区。曲率针对无量纲图面(qx,qy,e)，不是Berry曲率。</a:t>
            </a:r>
          </a:p>
          <a:p xmlns:a="http://schemas.openxmlformats.org/drawingml/2006/main">
            <a:br/>
            <a:r>
              <a:t>图：qx=kxa，qy=kya，e=epsilon/Jx，eta&gt;0；下标x,y指对无量纲q求偏导。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H控制局部二次谱相位，其特征值一般不是图面的主曲率。单条线B只有一个H本征值为0，交点C两个均为0。三类中心的区别用于设计比较。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 = ∂ᵢ∂ⱼe = diag(cos qₓ, η cos qᵧ)　以下先固定 η=1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图：A=(0.7,0.7)，B=(pi/2,0.7)，C=(pi/2,pi/2)。绿色为零曲率线，颜色对应e。三组初态只改变载波中心，统一初始概率RMS宽度6a。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精确FFT谱演化psi(t)=IFFT[FFT(psi0)exp(-i e tau)]。固定晶格常数a，增加N只扩大盒长。主比较同初始概率RMS宽度sigma=6a、同时间tau=180，行进距离不同。归一化总概率为1，固定初态相位，移除E_F公共相位。无外场、无耗散的自旋1/2铁磁单磁子模型。振幅初态exp[-(nx²+ny²)/(4s²)]exp(iq0.n)，s=sigma/a。sigma为概率在每个方向的RMS。频谱概率RMS约1/(2s)=1/12。背景曲率统一正负.3，红正蓝负，FFT谱等高线为相对峰值.1,.5,.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来源：主比较：σ=6a，η=1，三组只改变载波中心 q₀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图：背景是各候选点附近的实际曲率，同一色标±0.3。等高线为实际FFT初始谱功率的0.1、0.5、0.9相对峰值；sigma=6a，谱RMS宽度约1/12。有限带宽会覆盖曲率不为零的邻域。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精确FFT谱演化psi(t)=IFFT[FFT(psi0)exp(-i e tau)]。固定晶格常数a，增加N只扩大盒长。主比较同初始概率RMS宽度sigma=6a、同时间tau=180，行进距离不同。归一化总概率为1，固定初态相位，移除E_F公共相位。无外场、无耗散的自旋1/2铁磁单磁子模型。P初态完全相同，区别仅为载波中心。A0=max|psi0|，实部包含正负波峰。每个像素对应实际格点，不作平滑插值。C在两个方向载波周期均4a，A每轴约8.98a。Repsi不是单磁子数态的横向自旋均值，后者为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来源：σ=6a，η=1，τ=0　色标 Reψ/A₀ 固定，总概率为 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图：三组sigma=6a，总概率1，初始相位在包络中心固定为实正。色标以共同初始振幅峰值A0固定。初始概率完全相同，载波中心不同。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精确FFT谱演化psi(t)=IFFT[FFT(psi0)exp(-i e tau)]。固定晶格常数a，增加N只扩大盒长。主比较同初始概率RMS宽度sigma=6a、同时间tau=180，行进距离不同。归一化总概率为1，固定初态相位，移除E_F公共相位。无外场、无耗散的自旋1/2铁磁单磁子模型。图中均减去各自实际质心，未缩放宽度，未逐图重标峰值。固定共同P0=maxP(0)。虚线为初始半径2sigma。末态宽度和F均来自完整离散概率矩与谱相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来源：新模拟：σ=6a，η=1，512×512 格点，完整余弦色散，τ=180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图：sigma=6a，eta=1，tau=180，三组均在各自概率质心坐标中显示；不缩放宽度，不逐图重标峰值。虚线是初始半径2sigma的轮廓。普通点两个方向展宽，零曲率线点保留一个方向的展宽，交点两个方向的展宽都较弱。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精确FFT谱演化psi(t)=IFFT[FFT(psi0)exp(-i e tau)]。固定晶格常数a，增加N只扩大盒长。主比较同初始概率RMS宽度sigma=6a、同时间tau=180，行进距离不同。归一化总概率为1，固定初态相位，移除E_F公共相位。无外场、无耗散的自旋1/2铁磁单磁子模型。上方GIF为61个精确演化时刻，P固定色标，各自共动坐标。下方Repsi是固定初态相位并移除EF公共相位的末态，没有逐帧重定相位。固定数单磁子态&lt;Sy&gt;=&lt;Sz&gt;=0，&lt;Sx&gt;=1/2-P。动画在静态PDF中只显示首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来源：新模拟：σ=6a，η=1，512×512 格点，完整余弦色散，动画 τ=0–180，末态 τ=180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图：A/B/C同初宽6a、同时间0至180；共动坐标只减去各自概率质心。固定初始相位约定与色标。Repsi不是横向自旋均值；概率均为实际单磁子翻转概率。</a:t>
            </a:r>
          </a:p>
          <a:p xmlns:a="http://schemas.openxmlformats.org/drawingml/2006/main">
            <a:br/>
            <a:r>
              <a:t>图：sigma=6a，eta=1，tau=180，三组均在各自概率质心坐标中显示；不缩放宽度，不逐图重标峰值。实部按固定整体相位约定展示，不表示横向磁化。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精确FFT谱演化psi(t)=IFFT[FFT(psi0)exp(-i e tau)]。固定晶格常数a，增加N只扩大盒长。主比较同初始概率RMS宽度sigma=6a、同时间tau=180，行进距离不同。归一化总概率为1，固定初态相位，移除E_F公共相位。无外场、无耗散的自旋1/2铁磁单磁子模型。利用谱平均速度和速度方差独立核验：均值位置=均值速度tau，sigma_i²(tau)=sigma_i²(0)+Var(u_i)tau²，初态无chirp。C在两个方向宽度均6.064309a，tau180均值位置179.376084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来源：主比较：相同初宽 6a、相同时间，行进距离并不相同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精确FFT谱演化psi(t)=IFFT[FFT(psi0)exp(-i e tau)]。固定晶格常数a，增加N只扩大盒长。主比较同初始概率RMS宽度sigma=6a、同时间tau=180，行进距离不同。归一化总概率为1，固定初态相位，移除E_F公共相位。无外场、无耗散的自旋1/2铁磁单磁子模型。定义deltae=e-ubar.q-C0，C0是谱均值，去掉公共相位。F=|sum power exp(-i deltae tau)|²。该指标包含相位，并非只比较概率图像。图上为tau180的剩余相位，统一正负3rad饱和显示。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来源：F 为复振幅与“以自身谱平均速度平移的初态”的重叠平方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图：tau=180；delta e=e(q)-u_mean dot q-C，C是谱平均。等高线是同一初态频谱。所有面板固定色标±3rad，超出值饱和。完整复态F由实际频谱的相位叠加计算，不由色标或曲率近似推断。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精确FFT谱演化psi(t)=IFFT[FFT(psi0)exp(-i e tau)]。固定晶格常数a，增加N只扩大盒长。主比较同初始概率RMS宽度sigma=6a、同时间tau=180，行进距离不同。归一化总概率为1，固定初态相位，移除E_F公共相位。无外场、无耗散的自旋1/2铁磁单磁子模型。本页是资源变化对照，初始sigma分别4、6、8a，不能说同初宽。初态空间较宽对应谱较窄，高阶相位更小。各自相对自身平移初态计算F，初始总概率同为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 点 q₀=(π/2,π/2)，η=1，1024×1024，τ=0–360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在C点展开，线性项减去后剩余-(deltaqx³+eta deltaqy³)/6+O(|deltaq|^5)。图为完整余弦演化的概率边际，不是仅由三阶截断求解。sigma4是展示高阶效应的单独控制实验，不能混成主比较sigma6。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 点，η=1，σ=4a，1024×1024，τ=0、180、360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图：交点中心(pi/2,pi/2)，独立控制sigma=4a，N=1024，tau至360。左图不按峰值归一化，右图固定另一个分量于pi/2，精确残差sin(delta q)-delta q。与主比较sigma=6a不同，不直接作同初宽性能比较。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精确FFT谱演化psi(t)=IFFT[FFT(psi0)exp(-i e tau)]。固定晶格常数a，增加N只扩大盒长。主比较同初始概率RMS宽度sigma=6a、同时间tau=180，行进距离不同。归一化总概率为1，固定初态相位，移除E_F公共相位。无外场、无耗散的自旋1/2铁磁单磁子模型。此页固定同中心同初宽同时间，Hyy=eta cos .7。eta降低同时降低y平均群速度和y速度方差。不是等行进距离性能比较。eta1的sigma_y12.924a,F.722110，eta.3的sigma_y6.913a,F.959741。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来源：B 点 q₀=(π/2,0.7)，相同 σ=6a、τ=180，η=1 与 0.3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图：B=(pi/2,0.7)，相同sigma=6a和tau=180，只改变eta。零曲率线位置不变，但剩余y方向二阶色散系数为eta cos0.7，因而y向展宽与群速度都改变。比较固定时间，非固定传播距离。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精确FFT谱演化psi(t)=IFFT[FFT(psi0)exp(-i e tau)]。固定晶格常数a，增加N只扩大盒长。主比较同初始概率RMS宽度sigma=6a、同时间tau=180，行进距离不同。归一化总概率为1，固定初态相位，移除E_F公共相位。无外场、无耗散的自旋1/2铁磁单磁子模型。本阶段完成图面曲率解析、3×3扩展BZ图、三类中心对照、宽度控制与各向异性控制。数值检查通过归一化、谱概率矩、扩大盒、曲率差分和周期性。实际材料参数、阻尼、多磁子和制备需要后续工作。等距离的优化尚未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来源：当前范围：均匀、零外场、无耗散的自旋 1/2 铁磁单磁子模型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95f22e4b884bb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98ae86b97e4d5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4b3a63ced0415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8656d15285439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ce673161764a1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09980013b540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5E03F8-CD4F-4F0C-BBFF-EFD885F42B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D3F2E92-4DD5-4890-9BC6-C8C6673DCC9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B5A7D41-1FE7-44AE-9636-7F8F257D83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D8E269-E92C-4F50-A7C5-B1CA8E4EB8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2E3FE72-83C2-49AA-84C6-C697E7E631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B0D5E28-65AF-4F57-B569-18CEE2A769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A73204B-35DD-4818-B99F-0CA4F694C7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78BA3DD-F00C-4420-9B6A-779BD0695D2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ED4B4A-50D0-4C83-917F-F6505DDB45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9FF47B5-916D-4E91-A9FA-5CDE988423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69e5a6b6114097" /><Relationship Type="http://schemas.openxmlformats.org/officeDocument/2006/relationships/slideLayout" Target="/ppt/slideLayouts/slideLayout1.xml" Id="R4d9ec45611304659" /><Relationship Type="http://schemas.openxmlformats.org/officeDocument/2006/relationships/slideLayout" Target="/ppt/slideLayouts/slideLayout2.xml" Id="Rd940974f64dc42d4" /><Relationship Type="http://schemas.openxmlformats.org/officeDocument/2006/relationships/slideLayout" Target="/ppt/slideLayouts/slideLayout3.xml" Id="R71f13150225a412c" /><Relationship Type="http://schemas.openxmlformats.org/officeDocument/2006/relationships/slideLayout" Target="/ppt/slideLayouts/slideLayout4.xml" Id="Rdf74778ede0c4544" /><Relationship Type="http://schemas.openxmlformats.org/officeDocument/2006/relationships/slideLayout" Target="/ppt/slideLayouts/slideLayout5.xml" Id="R134c38fc67064627" /><Relationship Type="http://schemas.openxmlformats.org/officeDocument/2006/relationships/slideLayout" Target="/ppt/slideLayouts/slideLayout6.xml" Id="Rcf61371dcb9648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9ec45611304659"/>
    <p:sldLayoutId xmlns:r="http://schemas.openxmlformats.org/officeDocument/2006/relationships" id="2147483650" r:id="Rd940974f64dc42d4"/>
    <p:sldLayoutId xmlns:r="http://schemas.openxmlformats.org/officeDocument/2006/relationships" id="2147483651" r:id="R71f13150225a412c"/>
    <p:sldLayoutId xmlns:r="http://schemas.openxmlformats.org/officeDocument/2006/relationships" id="2147483652" r:id="Rdf74778ede0c4544"/>
    <p:sldLayoutId xmlns:r="http://schemas.openxmlformats.org/officeDocument/2006/relationships" id="2147483653" r:id="R134c38fc67064627"/>
    <p:sldLayoutId xmlns:r="http://schemas.openxmlformats.org/officeDocument/2006/relationships" id="2147483654" r:id="Rcf61371dcb9648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5054ff6e7d4c0d" /><Relationship Type="http://schemas.openxmlformats.org/officeDocument/2006/relationships/image" Target="/ppt/media/image.png" Id="Rce6c9134088b416b" /><Relationship Type="http://schemas.openxmlformats.org/officeDocument/2006/relationships/image" Target="/ppt/media/image2.png" Id="R42cf4ac2af60447c" /><Relationship Type="http://schemas.openxmlformats.org/officeDocument/2006/relationships/notesSlide" Target="/ppt/notesSlides/notesSlide1.xml" Id="R4adfc260dfe24c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793db7e7d1466e" /><Relationship Type="http://schemas.openxmlformats.org/officeDocument/2006/relationships/image" Target="/ppt/media/image3.png" Id="R5d77cc3f998d468c" /><Relationship Type="http://schemas.openxmlformats.org/officeDocument/2006/relationships/image" Target="/ppt/media/image4.png" Id="Rb94f6f40cd844d5b" /><Relationship Type="http://schemas.openxmlformats.org/officeDocument/2006/relationships/image" Target="/ppt/media/image5.png" Id="R12140c5c454943e7" /><Relationship Type="http://schemas.openxmlformats.org/officeDocument/2006/relationships/image" Target="/ppt/media/image6.png" Id="Ra3a08d81995143a7" /><Relationship Type="http://schemas.openxmlformats.org/officeDocument/2006/relationships/notesSlide" Target="/ppt/notesSlides/notesSlide2.xml" Id="R1ab86d1513e441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0dd56e79a14d49" /><Relationship Type="http://schemas.openxmlformats.org/officeDocument/2006/relationships/image" Target="/ppt/media/image7.png" Id="R64155cf7b11c4398" /><Relationship Type="http://schemas.openxmlformats.org/officeDocument/2006/relationships/image" Target="/ppt/media/image8.png" Id="Rcf4f6d3900694ef0" /><Relationship Type="http://schemas.openxmlformats.org/officeDocument/2006/relationships/notesSlide" Target="/ppt/notesSlides/notesSlide3.xml" Id="R8917ea6af2c34b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7e478e80bd468a" /><Relationship Type="http://schemas.openxmlformats.org/officeDocument/2006/relationships/image" Target="/ppt/media/image9.png" Id="R3fdd3b76f2a944c4" /><Relationship Type="http://schemas.openxmlformats.org/officeDocument/2006/relationships/image" Target="/ppt/media/image10.png" Id="Re98a185751bb4c97" /><Relationship Type="http://schemas.openxmlformats.org/officeDocument/2006/relationships/notesSlide" Target="/ppt/notesSlides/notesSlide4.xml" Id="R9141e2ec6b7846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ecc7cbdda04246" /><Relationship Type="http://schemas.openxmlformats.org/officeDocument/2006/relationships/image" Target="/ppt/media/image11.png" Id="R80a287ab8b904cb2" /><Relationship Type="http://schemas.openxmlformats.org/officeDocument/2006/relationships/notesSlide" Target="/ppt/notesSlides/notesSlide5.xml" Id="Re0e9b020491449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77ef45db92440c" /><Relationship Type="http://schemas.openxmlformats.org/officeDocument/2006/relationships/image" Target="/ppt/media/image12.png" Id="R5a9f7fcf9bb24cb9" /><Relationship Type="http://schemas.openxmlformats.org/officeDocument/2006/relationships/notesSlide" Target="/ppt/notesSlides/notesSlide6.xml" Id="Rab43071b5bdf47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e154f044774f36" /><Relationship Type="http://schemas.openxmlformats.org/officeDocument/2006/relationships/image" Target="/ppt/media/image13.png" Id="R0faa614f3d3e41fd" /><Relationship Type="http://schemas.openxmlformats.org/officeDocument/2006/relationships/image" Target="/ppt/media/image14.png" Id="R4d6e31f7d2db4e56" /><Relationship Type="http://schemas.openxmlformats.org/officeDocument/2006/relationships/notesSlide" Target="/ppt/notesSlides/notesSlide7.xml" Id="R9c79d34b89ab4d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06b99b9d2044e4" /><Relationship Type="http://schemas.openxmlformats.org/officeDocument/2006/relationships/image" Target="/ppt/media/image15.png" Id="Re56397b757fb46b8" /><Relationship Type="http://schemas.openxmlformats.org/officeDocument/2006/relationships/notesSlide" Target="/ppt/notesSlides/notesSlide8.xml" Id="Rf034104f54cf48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db2cec48fa4aca" /><Relationship Type="http://schemas.openxmlformats.org/officeDocument/2006/relationships/image" Target="/ppt/media/image16.png" Id="R07c28d004d0544da" /><Relationship Type="http://schemas.openxmlformats.org/officeDocument/2006/relationships/notesSlide" Target="/ppt/notesSlides/notesSlide9.xml" Id="R09c4f5dc5f044db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b34e9acc3c49e7" /><Relationship Type="http://schemas.openxmlformats.org/officeDocument/2006/relationships/image" Target="/ppt/media/image17.png" Id="Rbd06616b40484175" /><Relationship Type="http://schemas.openxmlformats.org/officeDocument/2006/relationships/notesSlide" Target="/ppt/notesSlides/notesSlide10.xml" Id="R7e61f9e727d3494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2f2600e2b54601" /><Relationship Type="http://schemas.openxmlformats.org/officeDocument/2006/relationships/image" Target="/ppt/media/image18.png" Id="R8872bc45a74f409a" /><Relationship Type="http://schemas.openxmlformats.org/officeDocument/2006/relationships/notesSlide" Target="/ppt/notesSlides/notesSlide11.xml" Id="R863a98a9180f4ab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c2460cd9d1486d" /><Relationship Type="http://schemas.openxmlformats.org/officeDocument/2006/relationships/image" Target="/ppt/media/image.gif" Id="Rd3a816ebe3ad44ab" /><Relationship Type="http://schemas.openxmlformats.org/officeDocument/2006/relationships/image" Target="/ppt/media/image19.png" Id="Rf4367c2b1d1b442b" /><Relationship Type="http://schemas.openxmlformats.org/officeDocument/2006/relationships/notesSlide" Target="/ppt/notesSlides/notesSlide12.xml" Id="R6ffb9f6e7c714f3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f67651b4d045bf" /><Relationship Type="http://schemas.openxmlformats.org/officeDocument/2006/relationships/chart" Target="/ppt/slides/charts/chart1.xml" Id="R0dc69e74179843af" /><Relationship Type="http://schemas.openxmlformats.org/officeDocument/2006/relationships/chart" Target="/ppt/slides/charts/chart2.xml" Id="R73f2f846a7024fca" /><Relationship Type="http://schemas.openxmlformats.org/officeDocument/2006/relationships/notesSlide" Target="/ppt/notesSlides/notesSlide13.xml" Id="R031d913e7c27455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ea07b1d43842e5" /><Relationship Type="http://schemas.openxmlformats.org/officeDocument/2006/relationships/image" Target="/ppt/media/image20.png" Id="R9510fe42b89849a9" /><Relationship Type="http://schemas.openxmlformats.org/officeDocument/2006/relationships/chart" Target="/ppt/slides/charts/chart3.xml" Id="R74b01aa2e5b84e6e" /><Relationship Type="http://schemas.openxmlformats.org/officeDocument/2006/relationships/notesSlide" Target="/ppt/notesSlides/notesSlide14.xml" Id="R127cdb94482b4bd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a10007851a4aaf" /><Relationship Type="http://schemas.openxmlformats.org/officeDocument/2006/relationships/chart" Target="/ppt/slides/charts/chart4.xml" Id="R5dbe0399f6f84dba" /><Relationship Type="http://schemas.openxmlformats.org/officeDocument/2006/relationships/notesSlide" Target="/ppt/notesSlides/notesSlide15.xml" Id="R68675ddfd83d46a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29cadb956d4f3d" /><Relationship Type="http://schemas.openxmlformats.org/officeDocument/2006/relationships/image" Target="/ppt/media/image21.png" Id="Rc48bb02d0fe34045" /><Relationship Type="http://schemas.openxmlformats.org/officeDocument/2006/relationships/notesSlide" Target="/ppt/notesSlides/notesSlide16.xml" Id="R076aaaae16294bb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6c7f5add48486d" /><Relationship Type="http://schemas.openxmlformats.org/officeDocument/2006/relationships/image" Target="/ppt/media/image22.png" Id="R948cc694702f47ab" /><Relationship Type="http://schemas.openxmlformats.org/officeDocument/2006/relationships/chart" Target="/ppt/slides/charts/chart5.xml" Id="R75a97ee57b6f4ece" /><Relationship Type="http://schemas.openxmlformats.org/officeDocument/2006/relationships/notesSlide" Target="/ppt/notesSlides/notesSlide17.xml" Id="R700df9b9297b4fb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85b12088204af3" /><Relationship Type="http://schemas.openxmlformats.org/officeDocument/2006/relationships/notesSlide" Target="/ppt/notesSlides/notesSlide18.xml" Id="Rb8ed82a03e504bdc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x 方向 RMS 宽度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A 普通点</c:v>
          </c:tx>
          <c:spPr>
            <a:ln xmlns:a="http://schemas.openxmlformats.org/drawingml/2006/main" w="28575">
              <a:solidFill>
                <a:srgbClr val="246B9A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3</c:v>
              </c:pt>
              <c:pt idx="2">
                <c:v>6</c:v>
              </c:pt>
              <c:pt idx="3">
                <c:v>9</c:v>
              </c:pt>
              <c:pt idx="4">
                <c:v>12</c:v>
              </c:pt>
              <c:pt idx="5">
                <c:v>15</c:v>
              </c:pt>
              <c:pt idx="6">
                <c:v>18</c:v>
              </c:pt>
              <c:pt idx="7">
                <c:v>21</c:v>
              </c:pt>
              <c:pt idx="8">
                <c:v>24</c:v>
              </c:pt>
              <c:pt idx="9">
                <c:v>27</c:v>
              </c:pt>
              <c:pt idx="10">
                <c:v>30</c:v>
              </c:pt>
              <c:pt idx="11">
                <c:v>33</c:v>
              </c:pt>
              <c:pt idx="12">
                <c:v>36</c:v>
              </c:pt>
              <c:pt idx="13">
                <c:v>39</c:v>
              </c:pt>
              <c:pt idx="14">
                <c:v>42</c:v>
              </c:pt>
              <c:pt idx="15">
                <c:v>45</c:v>
              </c:pt>
              <c:pt idx="16">
                <c:v>48</c:v>
              </c:pt>
              <c:pt idx="17">
                <c:v>51</c:v>
              </c:pt>
              <c:pt idx="18">
                <c:v>54</c:v>
              </c:pt>
              <c:pt idx="19">
                <c:v>57</c:v>
              </c:pt>
              <c:pt idx="20">
                <c:v>60</c:v>
              </c:pt>
              <c:pt idx="21">
                <c:v>63</c:v>
              </c:pt>
              <c:pt idx="22">
                <c:v>66</c:v>
              </c:pt>
              <c:pt idx="23">
                <c:v>69</c:v>
              </c:pt>
              <c:pt idx="24">
                <c:v>72</c:v>
              </c:pt>
              <c:pt idx="25">
                <c:v>75</c:v>
              </c:pt>
              <c:pt idx="26">
                <c:v>78</c:v>
              </c:pt>
              <c:pt idx="27">
                <c:v>81</c:v>
              </c:pt>
              <c:pt idx="28">
                <c:v>84</c:v>
              </c:pt>
              <c:pt idx="29">
                <c:v>87</c:v>
              </c:pt>
              <c:pt idx="30">
                <c:v>90</c:v>
              </c:pt>
              <c:pt idx="31">
                <c:v>93</c:v>
              </c:pt>
              <c:pt idx="32">
                <c:v>96</c:v>
              </c:pt>
              <c:pt idx="33">
                <c:v>99</c:v>
              </c:pt>
              <c:pt idx="34">
                <c:v>102</c:v>
              </c:pt>
              <c:pt idx="35">
                <c:v>105</c:v>
              </c:pt>
              <c:pt idx="36">
                <c:v>108</c:v>
              </c:pt>
              <c:pt idx="37">
                <c:v>111</c:v>
              </c:pt>
              <c:pt idx="38">
                <c:v>114</c:v>
              </c:pt>
              <c:pt idx="39">
                <c:v>117</c:v>
              </c:pt>
              <c:pt idx="40">
                <c:v>120</c:v>
              </c:pt>
              <c:pt idx="41">
                <c:v>123</c:v>
              </c:pt>
              <c:pt idx="42">
                <c:v>126</c:v>
              </c:pt>
              <c:pt idx="43">
                <c:v>129</c:v>
              </c:pt>
              <c:pt idx="44">
                <c:v>132</c:v>
              </c:pt>
              <c:pt idx="45">
                <c:v>135</c:v>
              </c:pt>
              <c:pt idx="46">
                <c:v>138</c:v>
              </c:pt>
              <c:pt idx="47">
                <c:v>141</c:v>
              </c:pt>
              <c:pt idx="48">
                <c:v>144</c:v>
              </c:pt>
              <c:pt idx="49">
                <c:v>147</c:v>
              </c:pt>
              <c:pt idx="50">
                <c:v>150</c:v>
              </c:pt>
              <c:pt idx="51">
                <c:v>153</c:v>
              </c:pt>
              <c:pt idx="52">
                <c:v>156</c:v>
              </c:pt>
              <c:pt idx="53">
                <c:v>159</c:v>
              </c:pt>
              <c:pt idx="54">
                <c:v>162</c:v>
              </c:pt>
              <c:pt idx="55">
                <c:v>165</c:v>
              </c:pt>
              <c:pt idx="56">
                <c:v>168</c:v>
              </c:pt>
              <c:pt idx="57">
                <c:v>171</c:v>
              </c:pt>
              <c:pt idx="58">
                <c:v>174</c:v>
              </c:pt>
              <c:pt idx="59">
                <c:v>177</c:v>
              </c:pt>
              <c:pt idx="60">
                <c:v>180</c:v>
              </c:pt>
            </c:numLit>
          </c:xVal>
          <c:yVal>
            <c:numLit>
              <c:formatCode>0.0</c:formatCode>
              <c:ptCount val="61"/>
              <c:pt idx="0">
                <c:v>6</c:v>
              </c:pt>
              <c:pt idx="1">
                <c:v>6.0030324159455715</c:v>
              </c:pt>
              <c:pt idx="2">
                <c:v>6.012120486781122</c:v>
              </c:pt>
              <c:pt idx="3">
                <c:v>6.027236819807223</c:v>
              </c:pt>
              <c:pt idx="4">
                <c:v>6.048336216703991</c:v>
              </c:pt>
              <c:pt idx="5">
                <c:v>6.075356341181399</c:v>
              </c:pt>
              <c:pt idx="6">
                <c:v>6.10821862150984</c:v>
              </c:pt>
              <c:pt idx="7">
                <c:v>6.146829358114048</c:v>
              </c:pt>
              <c:pt idx="8">
                <c:v>6.191081001018526</c:v>
              </c:pt>
              <c:pt idx="9">
                <c:v>6.240853558477321</c:v>
              </c:pt>
              <c:pt idx="10">
                <c:v>6.296016096654466</c:v>
              </c:pt>
              <c:pt idx="11">
                <c:v>6.356428290643408</c:v>
              </c:pt>
              <c:pt idx="12">
                <c:v>6.421941989199083</c:v>
              </c:pt>
              <c:pt idx="13">
                <c:v>6.492402758992336</c:v>
              </c:pt>
              <c:pt idx="14">
                <c:v>6.567651378620137</c:v>
              </c:pt>
              <c:pt idx="15">
                <c:v>6.647525257642674</c:v>
              </c:pt>
              <c:pt idx="16">
                <c:v>6.7318597612168265</c:v>
              </c:pt>
              <c:pt idx="17">
                <c:v>6.820489426146035</c:v>
              </c:pt>
              <c:pt idx="18">
                <c:v>6.913249059120908</c:v>
              </c:pt>
              <c:pt idx="19">
                <c:v>7.00997471240011</c:v>
              </c:pt>
              <c:pt idx="20">
                <c:v>7.110504536059909</c:v>
              </c:pt>
              <c:pt idx="21">
                <c:v>7.214679509164265</c:v>
              </c:pt>
              <c:pt idx="22">
                <c:v>7.322344054766037</c:v>
              </c:pt>
              <c:pt idx="23">
                <c:v>7.433346545571988</c:v>
              </c:pt>
              <c:pt idx="24">
                <c:v>7.547539708444938</c:v>
              </c:pt>
              <c:pt idx="25">
                <c:v>7.664780936747366</c:v>
              </c:pt>
              <c:pt idx="26">
                <c:v>7.7849325199313855</c:v>
              </c:pt>
              <c:pt idx="27">
                <c:v>7.907861799831307</c:v>
              </c:pt>
              <c:pt idx="28">
                <c:v>8.033441262893751</c:v>
              </c:pt>
              <c:pt idx="29">
                <c:v>8.161548577156376</c:v>
              </c:pt>
              <c:pt idx="30">
                <c:v>8.292066582221178</c:v>
              </c:pt>
              <c:pt idx="31">
                <c:v>8.42488323981299</c:v>
              </c:pt>
              <c:pt idx="32">
                <c:v>8.55989155181075</c:v>
              </c:pt>
              <c:pt idx="33">
                <c:v>8.696989451921104</c:v>
              </c:pt>
              <c:pt idx="34">
                <c:v>8.83607967645604</c:v>
              </c:pt>
              <c:pt idx="35">
                <c:v>8.977069618996982</c:v>
              </c:pt>
              <c:pt idx="36">
                <c:v>9.119871173089258</c:v>
              </c:pt>
              <c:pt idx="37">
                <c:v>9.264400566521124</c:v>
              </c:pt>
              <c:pt idx="38">
                <c:v>9.410578190204681</c:v>
              </c:pt>
              <c:pt idx="39">
                <c:v>9.558328424193308</c:v>
              </c:pt>
              <c:pt idx="40">
                <c:v>9.707579462941013</c:v>
              </c:pt>
              <c:pt idx="41">
                <c:v>9.858263141531229</c:v>
              </c:pt>
              <c:pt idx="42">
                <c:v>10.010314764272845</c:v>
              </c:pt>
              <c:pt idx="43">
                <c:v>10.163672936775917</c:v>
              </c:pt>
              <c:pt idx="44">
                <c:v>10.31827940237471</c:v>
              </c:pt>
              <c:pt idx="45">
                <c:v>10.474078883557052</c:v>
              </c:pt>
              <c:pt idx="46">
                <c:v>10.631018928882968</c:v>
              </c:pt>
              <c:pt idx="47">
                <c:v>10.789049765727604</c:v>
              </c:pt>
              <c:pt idx="48">
                <c:v>10.948124159060876</c:v>
              </c:pt>
              <c:pt idx="49">
                <c:v>11.108197276374984</c:v>
              </c:pt>
              <c:pt idx="50">
                <c:v>11.269226558788466</c:v>
              </c:pt>
              <c:pt idx="51">
                <c:v>11.431171598288989</c:v>
              </c:pt>
              <c:pt idx="52">
                <c:v>11.593994021024027</c:v>
              </c:pt>
              <c:pt idx="53">
                <c:v>11.757657376507433</c:v>
              </c:pt>
              <c:pt idx="54">
                <c:v>11.922127032577912</c:v>
              </c:pt>
              <c:pt idx="55">
                <c:v>12.087370075922102</c:v>
              </c:pt>
              <c:pt idx="56">
                <c:v>12.253355217957886</c:v>
              </c:pt>
              <c:pt idx="57">
                <c:v>12.420052705862446</c:v>
              </c:pt>
              <c:pt idx="58">
                <c:v>12.587434238522679</c:v>
              </c:pt>
              <c:pt idx="59">
                <c:v>12.755472887182643</c:v>
              </c:pt>
              <c:pt idx="60">
                <c:v>12.924143020562596</c:v>
              </c:pt>
            </c:numLit>
          </c:yVal>
        </c:ser>
        <c:ser>
          <c:idx val="1"/>
          <c:order val="1"/>
          <c:tx>
            <c:v>B 零曲率线</c:v>
          </c:tx>
          <c:spPr>
            <a:ln xmlns:a="http://schemas.openxmlformats.org/drawingml/2006/main" w="28575">
              <a:solidFill>
                <a:srgbClr val="C95F42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3</c:v>
              </c:pt>
              <c:pt idx="2">
                <c:v>6</c:v>
              </c:pt>
              <c:pt idx="3">
                <c:v>9</c:v>
              </c:pt>
              <c:pt idx="4">
                <c:v>12</c:v>
              </c:pt>
              <c:pt idx="5">
                <c:v>15</c:v>
              </c:pt>
              <c:pt idx="6">
                <c:v>18</c:v>
              </c:pt>
              <c:pt idx="7">
                <c:v>21</c:v>
              </c:pt>
              <c:pt idx="8">
                <c:v>24</c:v>
              </c:pt>
              <c:pt idx="9">
                <c:v>27</c:v>
              </c:pt>
              <c:pt idx="10">
                <c:v>30</c:v>
              </c:pt>
              <c:pt idx="11">
                <c:v>33</c:v>
              </c:pt>
              <c:pt idx="12">
                <c:v>36</c:v>
              </c:pt>
              <c:pt idx="13">
                <c:v>39</c:v>
              </c:pt>
              <c:pt idx="14">
                <c:v>42</c:v>
              </c:pt>
              <c:pt idx="15">
                <c:v>45</c:v>
              </c:pt>
              <c:pt idx="16">
                <c:v>48</c:v>
              </c:pt>
              <c:pt idx="17">
                <c:v>51</c:v>
              </c:pt>
              <c:pt idx="18">
                <c:v>54</c:v>
              </c:pt>
              <c:pt idx="19">
                <c:v>57</c:v>
              </c:pt>
              <c:pt idx="20">
                <c:v>60</c:v>
              </c:pt>
              <c:pt idx="21">
                <c:v>63</c:v>
              </c:pt>
              <c:pt idx="22">
                <c:v>66</c:v>
              </c:pt>
              <c:pt idx="23">
                <c:v>69</c:v>
              </c:pt>
              <c:pt idx="24">
                <c:v>72</c:v>
              </c:pt>
              <c:pt idx="25">
                <c:v>75</c:v>
              </c:pt>
              <c:pt idx="26">
                <c:v>78</c:v>
              </c:pt>
              <c:pt idx="27">
                <c:v>81</c:v>
              </c:pt>
              <c:pt idx="28">
                <c:v>84</c:v>
              </c:pt>
              <c:pt idx="29">
                <c:v>87</c:v>
              </c:pt>
              <c:pt idx="30">
                <c:v>90</c:v>
              </c:pt>
              <c:pt idx="31">
                <c:v>93</c:v>
              </c:pt>
              <c:pt idx="32">
                <c:v>96</c:v>
              </c:pt>
              <c:pt idx="33">
                <c:v>99</c:v>
              </c:pt>
              <c:pt idx="34">
                <c:v>102</c:v>
              </c:pt>
              <c:pt idx="35">
                <c:v>105</c:v>
              </c:pt>
              <c:pt idx="36">
                <c:v>108</c:v>
              </c:pt>
              <c:pt idx="37">
                <c:v>111</c:v>
              </c:pt>
              <c:pt idx="38">
                <c:v>114</c:v>
              </c:pt>
              <c:pt idx="39">
                <c:v>117</c:v>
              </c:pt>
              <c:pt idx="40">
                <c:v>120</c:v>
              </c:pt>
              <c:pt idx="41">
                <c:v>123</c:v>
              </c:pt>
              <c:pt idx="42">
                <c:v>126</c:v>
              </c:pt>
              <c:pt idx="43">
                <c:v>129</c:v>
              </c:pt>
              <c:pt idx="44">
                <c:v>132</c:v>
              </c:pt>
              <c:pt idx="45">
                <c:v>135</c:v>
              </c:pt>
              <c:pt idx="46">
                <c:v>138</c:v>
              </c:pt>
              <c:pt idx="47">
                <c:v>141</c:v>
              </c:pt>
              <c:pt idx="48">
                <c:v>144</c:v>
              </c:pt>
              <c:pt idx="49">
                <c:v>147</c:v>
              </c:pt>
              <c:pt idx="50">
                <c:v>150</c:v>
              </c:pt>
              <c:pt idx="51">
                <c:v>153</c:v>
              </c:pt>
              <c:pt idx="52">
                <c:v>156</c:v>
              </c:pt>
              <c:pt idx="53">
                <c:v>159</c:v>
              </c:pt>
              <c:pt idx="54">
                <c:v>162</c:v>
              </c:pt>
              <c:pt idx="55">
                <c:v>165</c:v>
              </c:pt>
              <c:pt idx="56">
                <c:v>168</c:v>
              </c:pt>
              <c:pt idx="57">
                <c:v>171</c:v>
              </c:pt>
              <c:pt idx="58">
                <c:v>174</c:v>
              </c:pt>
              <c:pt idx="59">
                <c:v>177</c:v>
              </c:pt>
              <c:pt idx="60">
                <c:v>180</c:v>
              </c:pt>
            </c:numLit>
          </c:xVal>
          <c:yVal>
            <c:numLit>
              <c:formatCode>0.0</c:formatCode>
              <c:ptCount val="61"/>
              <c:pt idx="0">
                <c:v>6.000000000000001</c:v>
              </c:pt>
              <c:pt idx="1">
                <c:v>6.000017959384353</c:v>
              </c:pt>
              <c:pt idx="2">
                <c:v>6.000071837214877</c:v>
              </c:pt>
              <c:pt idx="3">
                <c:v>6.000161632523994</c:v>
              </c:pt>
              <c:pt idx="4">
                <c:v>6.0002873436991715</c:v>
              </c:pt>
              <c:pt idx="5">
                <c:v>6.000448968483065</c:v>
              </c:pt>
              <c:pt idx="6">
                <c:v>6.000646503973721</c:v>
              </c:pt>
              <c:pt idx="7">
                <c:v>6.000879946624842</c:v>
              </c:pt>
              <c:pt idx="8">
                <c:v>6.001149292246098</c:v>
              </c:pt>
              <c:pt idx="9">
                <c:v>6.001454536003509</c:v>
              </c:pt>
              <c:pt idx="10">
                <c:v>6.00179567241987</c:v>
              </c:pt>
              <c:pt idx="11">
                <c:v>6.002172695375254</c:v>
              </c:pt>
              <c:pt idx="12">
                <c:v>6.002585598107549</c:v>
              </c:pt>
              <c:pt idx="13">
                <c:v>6.003034373213071</c:v>
              </c:pt>
              <c:pt idx="14">
                <c:v>6.003519012647221</c:v>
              </c:pt>
              <c:pt idx="15">
                <c:v>6.004039507725215</c:v>
              </c:pt>
              <c:pt idx="16">
                <c:v>6.004595849122852</c:v>
              </c:pt>
              <c:pt idx="17">
                <c:v>6.005188026877352</c:v>
              </c:pt>
              <c:pt idx="18">
                <c:v>6.00581603038824</c:v>
              </c:pt>
              <c:pt idx="19">
                <c:v>6.006479848418304</c:v>
              </c:pt>
              <c:pt idx="20">
                <c:v>6.00717946909459</c:v>
              </c:pt>
              <c:pt idx="21">
                <c:v>6.007914879909459</c:v>
              </c:pt>
              <c:pt idx="22">
                <c:v>6.008686067721709</c:v>
              </c:pt>
              <c:pt idx="23">
                <c:v>6.009493018757741</c:v>
              </c:pt>
              <c:pt idx="24">
                <c:v>6.010335718612783</c:v>
              </c:pt>
              <c:pt idx="25">
                <c:v>6.011214152252172</c:v>
              </c:pt>
              <c:pt idx="26">
                <c:v>6.012128304012691</c:v>
              </c:pt>
              <c:pt idx="27">
                <c:v>6.013078157603958</c:v>
              </c:pt>
              <c:pt idx="28">
                <c:v>6.014063696109863</c:v>
              </c:pt>
              <c:pt idx="29">
                <c:v>6.015084901990083</c:v>
              </c:pt>
              <c:pt idx="30">
                <c:v>6.016141757081609</c:v>
              </c:pt>
              <c:pt idx="31">
                <c:v>6.017234242600374</c:v>
              </c:pt>
              <c:pt idx="32">
                <c:v>6.0183623391428975</c:v>
              </c:pt>
              <c:pt idx="33">
                <c:v>6.019526026687998</c:v>
              </c:pt>
              <c:pt idx="34">
                <c:v>6.020725284598558</c:v>
              </c:pt>
              <c:pt idx="35">
                <c:v>6.021960091623336</c:v>
              </c:pt>
              <c:pt idx="36">
                <c:v>6.0232304258988325</c:v>
              </c:pt>
              <c:pt idx="37">
                <c:v>6.024536264951209</c:v>
              </c:pt>
              <c:pt idx="38">
                <c:v>6.02587758569826</c:v>
              </c:pt>
              <c:pt idx="39">
                <c:v>6.0272543644514185</c:v>
              </c:pt>
              <c:pt idx="40">
                <c:v>6.028666576917835</c:v>
              </c:pt>
              <c:pt idx="41">
                <c:v>6.030114198202493</c:v>
              </c:pt>
              <c:pt idx="42">
                <c:v>6.031597202810374</c:v>
              </c:pt>
              <c:pt idx="43">
                <c:v>6.0331155646486785</c:v>
              </c:pt>
              <c:pt idx="44">
                <c:v>6.03466925702908</c:v>
              </c:pt>
              <c:pt idx="45">
                <c:v>6.036258252670046</c:v>
              </c:pt>
              <c:pt idx="46">
                <c:v>6.0378825236991895</c:v>
              </c:pt>
              <c:pt idx="47">
                <c:v>6.039542041655687</c:v>
              </c:pt>
              <c:pt idx="48">
                <c:v>6.0412367774927125</c:v>
              </c:pt>
              <c:pt idx="49">
                <c:v>6.042966701579953</c:v>
              </c:pt>
              <c:pt idx="50">
                <c:v>6.044731783706139</c:v>
              </c:pt>
              <c:pt idx="51">
                <c:v>6.046531993081643</c:v>
              </c:pt>
              <c:pt idx="52">
                <c:v>6.048367298341105</c:v>
              </c:pt>
              <c:pt idx="53">
                <c:v>6.050237667546117</c:v>
              </c:pt>
              <c:pt idx="54">
                <c:v>6.052143068187929</c:v>
              </c:pt>
              <c:pt idx="55">
                <c:v>6.05408346719023</c:v>
              </c:pt>
              <c:pt idx="56">
                <c:v>6.056058830911946</c:v>
              </c:pt>
              <c:pt idx="57">
                <c:v>6.058069125150073</c:v>
              </c:pt>
              <c:pt idx="58">
                <c:v>6.06011431514259</c:v>
              </c:pt>
              <c:pt idx="59">
                <c:v>6.06219436557137</c:v>
              </c:pt>
              <c:pt idx="60">
                <c:v>6.064309240565158</c:v>
              </c:pt>
            </c:numLit>
          </c:yVal>
        </c:ser>
        <c:ser>
          <c:idx val="2"/>
          <c:order val="2"/>
          <c:tx>
            <c:v>C 零曲率交点</c:v>
          </c:tx>
          <c:spPr>
            <a:ln xmlns:a="http://schemas.openxmlformats.org/drawingml/2006/main" w="28575">
              <a:solidFill>
                <a:srgbClr val="27816E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3</c:v>
              </c:pt>
              <c:pt idx="2">
                <c:v>6</c:v>
              </c:pt>
              <c:pt idx="3">
                <c:v>9</c:v>
              </c:pt>
              <c:pt idx="4">
                <c:v>12</c:v>
              </c:pt>
              <c:pt idx="5">
                <c:v>15</c:v>
              </c:pt>
              <c:pt idx="6">
                <c:v>18</c:v>
              </c:pt>
              <c:pt idx="7">
                <c:v>21</c:v>
              </c:pt>
              <c:pt idx="8">
                <c:v>24</c:v>
              </c:pt>
              <c:pt idx="9">
                <c:v>27</c:v>
              </c:pt>
              <c:pt idx="10">
                <c:v>30</c:v>
              </c:pt>
              <c:pt idx="11">
                <c:v>33</c:v>
              </c:pt>
              <c:pt idx="12">
                <c:v>36</c:v>
              </c:pt>
              <c:pt idx="13">
                <c:v>39</c:v>
              </c:pt>
              <c:pt idx="14">
                <c:v>42</c:v>
              </c:pt>
              <c:pt idx="15">
                <c:v>45</c:v>
              </c:pt>
              <c:pt idx="16">
                <c:v>48</c:v>
              </c:pt>
              <c:pt idx="17">
                <c:v>51</c:v>
              </c:pt>
              <c:pt idx="18">
                <c:v>54</c:v>
              </c:pt>
              <c:pt idx="19">
                <c:v>57</c:v>
              </c:pt>
              <c:pt idx="20">
                <c:v>60</c:v>
              </c:pt>
              <c:pt idx="21">
                <c:v>63</c:v>
              </c:pt>
              <c:pt idx="22">
                <c:v>66</c:v>
              </c:pt>
              <c:pt idx="23">
                <c:v>69</c:v>
              </c:pt>
              <c:pt idx="24">
                <c:v>72</c:v>
              </c:pt>
              <c:pt idx="25">
                <c:v>75</c:v>
              </c:pt>
              <c:pt idx="26">
                <c:v>78</c:v>
              </c:pt>
              <c:pt idx="27">
                <c:v>81</c:v>
              </c:pt>
              <c:pt idx="28">
                <c:v>84</c:v>
              </c:pt>
              <c:pt idx="29">
                <c:v>87</c:v>
              </c:pt>
              <c:pt idx="30">
                <c:v>90</c:v>
              </c:pt>
              <c:pt idx="31">
                <c:v>93</c:v>
              </c:pt>
              <c:pt idx="32">
                <c:v>96</c:v>
              </c:pt>
              <c:pt idx="33">
                <c:v>99</c:v>
              </c:pt>
              <c:pt idx="34">
                <c:v>102</c:v>
              </c:pt>
              <c:pt idx="35">
                <c:v>105</c:v>
              </c:pt>
              <c:pt idx="36">
                <c:v>108</c:v>
              </c:pt>
              <c:pt idx="37">
                <c:v>111</c:v>
              </c:pt>
              <c:pt idx="38">
                <c:v>114</c:v>
              </c:pt>
              <c:pt idx="39">
                <c:v>117</c:v>
              </c:pt>
              <c:pt idx="40">
                <c:v>120</c:v>
              </c:pt>
              <c:pt idx="41">
                <c:v>123</c:v>
              </c:pt>
              <c:pt idx="42">
                <c:v>126</c:v>
              </c:pt>
              <c:pt idx="43">
                <c:v>129</c:v>
              </c:pt>
              <c:pt idx="44">
                <c:v>132</c:v>
              </c:pt>
              <c:pt idx="45">
                <c:v>135</c:v>
              </c:pt>
              <c:pt idx="46">
                <c:v>138</c:v>
              </c:pt>
              <c:pt idx="47">
                <c:v>141</c:v>
              </c:pt>
              <c:pt idx="48">
                <c:v>144</c:v>
              </c:pt>
              <c:pt idx="49">
                <c:v>147</c:v>
              </c:pt>
              <c:pt idx="50">
                <c:v>150</c:v>
              </c:pt>
              <c:pt idx="51">
                <c:v>153</c:v>
              </c:pt>
              <c:pt idx="52">
                <c:v>156</c:v>
              </c:pt>
              <c:pt idx="53">
                <c:v>159</c:v>
              </c:pt>
              <c:pt idx="54">
                <c:v>162</c:v>
              </c:pt>
              <c:pt idx="55">
                <c:v>165</c:v>
              </c:pt>
              <c:pt idx="56">
                <c:v>168</c:v>
              </c:pt>
              <c:pt idx="57">
                <c:v>171</c:v>
              </c:pt>
              <c:pt idx="58">
                <c:v>174</c:v>
              </c:pt>
              <c:pt idx="59">
                <c:v>177</c:v>
              </c:pt>
              <c:pt idx="60">
                <c:v>180</c:v>
              </c:pt>
            </c:numLit>
          </c:xVal>
          <c:yVal>
            <c:numLit>
              <c:formatCode>0.0</c:formatCode>
              <c:ptCount val="61"/>
              <c:pt idx="0">
                <c:v>6</c:v>
              </c:pt>
              <c:pt idx="1">
                <c:v>6.000017959384353</c:v>
              </c:pt>
              <c:pt idx="2">
                <c:v>6.000071837214876</c:v>
              </c:pt>
              <c:pt idx="3">
                <c:v>6.000161632523995</c:v>
              </c:pt>
              <c:pt idx="4">
                <c:v>6.0002873436991715</c:v>
              </c:pt>
              <c:pt idx="5">
                <c:v>6.000448968483064</c:v>
              </c:pt>
              <c:pt idx="6">
                <c:v>6.00064650397372</c:v>
              </c:pt>
              <c:pt idx="7">
                <c:v>6.000879946624841</c:v>
              </c:pt>
              <c:pt idx="8">
                <c:v>6.001149292246099</c:v>
              </c:pt>
              <c:pt idx="9">
                <c:v>6.001454536003509</c:v>
              </c:pt>
              <c:pt idx="10">
                <c:v>6.001795672419871</c:v>
              </c:pt>
              <c:pt idx="11">
                <c:v>6.002172695375254</c:v>
              </c:pt>
              <c:pt idx="12">
                <c:v>6.002585598107549</c:v>
              </c:pt>
              <c:pt idx="13">
                <c:v>6.00303437321307</c:v>
              </c:pt>
              <c:pt idx="14">
                <c:v>6.003519012647221</c:v>
              </c:pt>
              <c:pt idx="15">
                <c:v>6.004039507725215</c:v>
              </c:pt>
              <c:pt idx="16">
                <c:v>6.004595849122854</c:v>
              </c:pt>
              <c:pt idx="17">
                <c:v>6.005188026877352</c:v>
              </c:pt>
              <c:pt idx="18">
                <c:v>6.005816030388241</c:v>
              </c:pt>
              <c:pt idx="19">
                <c:v>6.006479848418305</c:v>
              </c:pt>
              <c:pt idx="20">
                <c:v>6.007179469094588</c:v>
              </c:pt>
              <c:pt idx="21">
                <c:v>6.007914879909459</c:v>
              </c:pt>
              <c:pt idx="22">
                <c:v>6.00868606772171</c:v>
              </c:pt>
              <c:pt idx="23">
                <c:v>6.009493018757741</c:v>
              </c:pt>
              <c:pt idx="24">
                <c:v>6.010335718612782</c:v>
              </c:pt>
              <c:pt idx="25">
                <c:v>6.0112141522521725</c:v>
              </c:pt>
              <c:pt idx="26">
                <c:v>6.012128304012692</c:v>
              </c:pt>
              <c:pt idx="27">
                <c:v>6.013078157603958</c:v>
              </c:pt>
              <c:pt idx="28">
                <c:v>6.014063696109864</c:v>
              </c:pt>
              <c:pt idx="29">
                <c:v>6.0150849019900825</c:v>
              </c:pt>
              <c:pt idx="30">
                <c:v>6.016141757081609</c:v>
              </c:pt>
              <c:pt idx="31">
                <c:v>6.017234242600372</c:v>
              </c:pt>
              <c:pt idx="32">
                <c:v>6.018362339142896</c:v>
              </c:pt>
              <c:pt idx="33">
                <c:v>6.0195260266879975</c:v>
              </c:pt>
              <c:pt idx="34">
                <c:v>6.020725284598558</c:v>
              </c:pt>
              <c:pt idx="35">
                <c:v>6.021960091623336</c:v>
              </c:pt>
              <c:pt idx="36">
                <c:v>6.0232304258988325</c:v>
              </c:pt>
              <c:pt idx="37">
                <c:v>6.02453626495121</c:v>
              </c:pt>
              <c:pt idx="38">
                <c:v>6.02587758569826</c:v>
              </c:pt>
              <c:pt idx="39">
                <c:v>6.0272543644514185</c:v>
              </c:pt>
              <c:pt idx="40">
                <c:v>6.028666576917835</c:v>
              </c:pt>
              <c:pt idx="41">
                <c:v>6.030114198202492</c:v>
              </c:pt>
              <c:pt idx="42">
                <c:v>6.0315972028103735</c:v>
              </c:pt>
              <c:pt idx="43">
                <c:v>6.0331155646486785</c:v>
              </c:pt>
              <c:pt idx="44">
                <c:v>6.034669257029079</c:v>
              </c:pt>
              <c:pt idx="45">
                <c:v>6.036258252670045</c:v>
              </c:pt>
              <c:pt idx="46">
                <c:v>6.0378825236991895</c:v>
              </c:pt>
              <c:pt idx="47">
                <c:v>6.039542041655687</c:v>
              </c:pt>
              <c:pt idx="48">
                <c:v>6.04123677749271</c:v>
              </c:pt>
              <c:pt idx="49">
                <c:v>6.04296670157995</c:v>
              </c:pt>
              <c:pt idx="50">
                <c:v>6.044731783706138</c:v>
              </c:pt>
              <c:pt idx="51">
                <c:v>6.046531993081643</c:v>
              </c:pt>
              <c:pt idx="52">
                <c:v>6.048367298341104</c:v>
              </c:pt>
              <c:pt idx="53">
                <c:v>6.0502376675461145</c:v>
              </c:pt>
              <c:pt idx="54">
                <c:v>6.052143068187929</c:v>
              </c:pt>
              <c:pt idx="55">
                <c:v>6.054083467190232</c:v>
              </c:pt>
              <c:pt idx="56">
                <c:v>6.056058830911944</c:v>
              </c:pt>
              <c:pt idx="57">
                <c:v>6.058069125150073</c:v>
              </c:pt>
              <c:pt idx="58">
                <c:v>6.060114315142588</c:v>
              </c:pt>
              <c:pt idx="59">
                <c:v>6.0621943655713695</c:v>
              </c:pt>
              <c:pt idx="60">
                <c:v>6.064309240565157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4"/>
          <c:min val="6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σₓ/a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6"/>
        <c:majorUnit val="2"/>
      </c:valAx>
      <c:valAx>
        <c:axId val="48650112"/>
        <c:scaling>
          <c:orientation val="minMax"/>
          <c:max val="18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6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y 方向 RMS 宽度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A 普通点</c:v>
          </c:tx>
          <c:spPr>
            <a:ln xmlns:a="http://schemas.openxmlformats.org/drawingml/2006/main" w="28575">
              <a:solidFill>
                <a:srgbClr val="246B9A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3</c:v>
              </c:pt>
              <c:pt idx="2">
                <c:v>6</c:v>
              </c:pt>
              <c:pt idx="3">
                <c:v>9</c:v>
              </c:pt>
              <c:pt idx="4">
                <c:v>12</c:v>
              </c:pt>
              <c:pt idx="5">
                <c:v>15</c:v>
              </c:pt>
              <c:pt idx="6">
                <c:v>18</c:v>
              </c:pt>
              <c:pt idx="7">
                <c:v>21</c:v>
              </c:pt>
              <c:pt idx="8">
                <c:v>24</c:v>
              </c:pt>
              <c:pt idx="9">
                <c:v>27</c:v>
              </c:pt>
              <c:pt idx="10">
                <c:v>30</c:v>
              </c:pt>
              <c:pt idx="11">
                <c:v>33</c:v>
              </c:pt>
              <c:pt idx="12">
                <c:v>36</c:v>
              </c:pt>
              <c:pt idx="13">
                <c:v>39</c:v>
              </c:pt>
              <c:pt idx="14">
                <c:v>42</c:v>
              </c:pt>
              <c:pt idx="15">
                <c:v>45</c:v>
              </c:pt>
              <c:pt idx="16">
                <c:v>48</c:v>
              </c:pt>
              <c:pt idx="17">
                <c:v>51</c:v>
              </c:pt>
              <c:pt idx="18">
                <c:v>54</c:v>
              </c:pt>
              <c:pt idx="19">
                <c:v>57</c:v>
              </c:pt>
              <c:pt idx="20">
                <c:v>60</c:v>
              </c:pt>
              <c:pt idx="21">
                <c:v>63</c:v>
              </c:pt>
              <c:pt idx="22">
                <c:v>66</c:v>
              </c:pt>
              <c:pt idx="23">
                <c:v>69</c:v>
              </c:pt>
              <c:pt idx="24">
                <c:v>72</c:v>
              </c:pt>
              <c:pt idx="25">
                <c:v>75</c:v>
              </c:pt>
              <c:pt idx="26">
                <c:v>78</c:v>
              </c:pt>
              <c:pt idx="27">
                <c:v>81</c:v>
              </c:pt>
              <c:pt idx="28">
                <c:v>84</c:v>
              </c:pt>
              <c:pt idx="29">
                <c:v>87</c:v>
              </c:pt>
              <c:pt idx="30">
                <c:v>90</c:v>
              </c:pt>
              <c:pt idx="31">
                <c:v>93</c:v>
              </c:pt>
              <c:pt idx="32">
                <c:v>96</c:v>
              </c:pt>
              <c:pt idx="33">
                <c:v>99</c:v>
              </c:pt>
              <c:pt idx="34">
                <c:v>102</c:v>
              </c:pt>
              <c:pt idx="35">
                <c:v>105</c:v>
              </c:pt>
              <c:pt idx="36">
                <c:v>108</c:v>
              </c:pt>
              <c:pt idx="37">
                <c:v>111</c:v>
              </c:pt>
              <c:pt idx="38">
                <c:v>114</c:v>
              </c:pt>
              <c:pt idx="39">
                <c:v>117</c:v>
              </c:pt>
              <c:pt idx="40">
                <c:v>120</c:v>
              </c:pt>
              <c:pt idx="41">
                <c:v>123</c:v>
              </c:pt>
              <c:pt idx="42">
                <c:v>126</c:v>
              </c:pt>
              <c:pt idx="43">
                <c:v>129</c:v>
              </c:pt>
              <c:pt idx="44">
                <c:v>132</c:v>
              </c:pt>
              <c:pt idx="45">
                <c:v>135</c:v>
              </c:pt>
              <c:pt idx="46">
                <c:v>138</c:v>
              </c:pt>
              <c:pt idx="47">
                <c:v>141</c:v>
              </c:pt>
              <c:pt idx="48">
                <c:v>144</c:v>
              </c:pt>
              <c:pt idx="49">
                <c:v>147</c:v>
              </c:pt>
              <c:pt idx="50">
                <c:v>150</c:v>
              </c:pt>
              <c:pt idx="51">
                <c:v>153</c:v>
              </c:pt>
              <c:pt idx="52">
                <c:v>156</c:v>
              </c:pt>
              <c:pt idx="53">
                <c:v>159</c:v>
              </c:pt>
              <c:pt idx="54">
                <c:v>162</c:v>
              </c:pt>
              <c:pt idx="55">
                <c:v>165</c:v>
              </c:pt>
              <c:pt idx="56">
                <c:v>168</c:v>
              </c:pt>
              <c:pt idx="57">
                <c:v>171</c:v>
              </c:pt>
              <c:pt idx="58">
                <c:v>174</c:v>
              </c:pt>
              <c:pt idx="59">
                <c:v>177</c:v>
              </c:pt>
              <c:pt idx="60">
                <c:v>180</c:v>
              </c:pt>
            </c:numLit>
          </c:xVal>
          <c:yVal>
            <c:numLit>
              <c:formatCode>0.0</c:formatCode>
              <c:ptCount val="61"/>
              <c:pt idx="0">
                <c:v>6.000000000000001</c:v>
              </c:pt>
              <c:pt idx="1">
                <c:v>6.003032415945571</c:v>
              </c:pt>
              <c:pt idx="2">
                <c:v>6.012120486781122</c:v>
              </c:pt>
              <c:pt idx="3">
                <c:v>6.027236819807223</c:v>
              </c:pt>
              <c:pt idx="4">
                <c:v>6.048336216703991</c:v>
              </c:pt>
              <c:pt idx="5">
                <c:v>6.075356341181399</c:v>
              </c:pt>
              <c:pt idx="6">
                <c:v>6.10821862150984</c:v>
              </c:pt>
              <c:pt idx="7">
                <c:v>6.146829358114046</c:v>
              </c:pt>
              <c:pt idx="8">
                <c:v>6.191081001018527</c:v>
              </c:pt>
              <c:pt idx="9">
                <c:v>6.24085355847732</c:v>
              </c:pt>
              <c:pt idx="10">
                <c:v>6.296016096654466</c:v>
              </c:pt>
              <c:pt idx="11">
                <c:v>6.356428290643408</c:v>
              </c:pt>
              <c:pt idx="12">
                <c:v>6.421941989199083</c:v>
              </c:pt>
              <c:pt idx="13">
                <c:v>6.492402758992336</c:v>
              </c:pt>
              <c:pt idx="14">
                <c:v>6.567651378620137</c:v>
              </c:pt>
              <c:pt idx="15">
                <c:v>6.647525257642674</c:v>
              </c:pt>
              <c:pt idx="16">
                <c:v>6.731859761216826</c:v>
              </c:pt>
              <c:pt idx="17">
                <c:v>6.820489426146035</c:v>
              </c:pt>
              <c:pt idx="18">
                <c:v>6.913249059120908</c:v>
              </c:pt>
              <c:pt idx="19">
                <c:v>7.00997471240011</c:v>
              </c:pt>
              <c:pt idx="20">
                <c:v>7.110504536059909</c:v>
              </c:pt>
              <c:pt idx="21">
                <c:v>7.214679509164266</c:v>
              </c:pt>
              <c:pt idx="22">
                <c:v>7.322344054766038</c:v>
              </c:pt>
              <c:pt idx="23">
                <c:v>7.433346545571987</c:v>
              </c:pt>
              <c:pt idx="24">
                <c:v>7.547539708444938</c:v>
              </c:pt>
              <c:pt idx="25">
                <c:v>7.664780936747366</c:v>
              </c:pt>
              <c:pt idx="26">
                <c:v>7.784932519931385</c:v>
              </c:pt>
              <c:pt idx="27">
                <c:v>7.907861799831307</c:v>
              </c:pt>
              <c:pt idx="28">
                <c:v>8.033441262893751</c:v>
              </c:pt>
              <c:pt idx="29">
                <c:v>8.161548577156374</c:v>
              </c:pt>
              <c:pt idx="30">
                <c:v>8.292066582221178</c:v>
              </c:pt>
              <c:pt idx="31">
                <c:v>8.42488323981299</c:v>
              </c:pt>
              <c:pt idx="32">
                <c:v>8.55989155181075</c:v>
              </c:pt>
              <c:pt idx="33">
                <c:v>8.696989451921104</c:v>
              </c:pt>
              <c:pt idx="34">
                <c:v>8.83607967645604</c:v>
              </c:pt>
              <c:pt idx="35">
                <c:v>8.977069618996984</c:v>
              </c:pt>
              <c:pt idx="36">
                <c:v>9.119871173089257</c:v>
              </c:pt>
              <c:pt idx="37">
                <c:v>9.264400566521124</c:v>
              </c:pt>
              <c:pt idx="38">
                <c:v>9.410578190204683</c:v>
              </c:pt>
              <c:pt idx="39">
                <c:v>9.558328424193308</c:v>
              </c:pt>
              <c:pt idx="40">
                <c:v>9.707579462941014</c:v>
              </c:pt>
              <c:pt idx="41">
                <c:v>9.858263141531229</c:v>
              </c:pt>
              <c:pt idx="42">
                <c:v>10.010314764272843</c:v>
              </c:pt>
              <c:pt idx="43">
                <c:v>10.163672936775916</c:v>
              </c:pt>
              <c:pt idx="44">
                <c:v>10.318279402374708</c:v>
              </c:pt>
              <c:pt idx="45">
                <c:v>10.47407888355705</c:v>
              </c:pt>
              <c:pt idx="46">
                <c:v>10.631018928882968</c:v>
              </c:pt>
              <c:pt idx="47">
                <c:v>10.789049765727603</c:v>
              </c:pt>
              <c:pt idx="48">
                <c:v>10.948124159060876</c:v>
              </c:pt>
              <c:pt idx="49">
                <c:v>11.108197276374982</c:v>
              </c:pt>
              <c:pt idx="50">
                <c:v>11.269226558788466</c:v>
              </c:pt>
              <c:pt idx="51">
                <c:v>11.431171598288989</c:v>
              </c:pt>
              <c:pt idx="52">
                <c:v>11.593994021024027</c:v>
              </c:pt>
              <c:pt idx="53">
                <c:v>11.757657376507433</c:v>
              </c:pt>
              <c:pt idx="54">
                <c:v>11.922127032577912</c:v>
              </c:pt>
              <c:pt idx="55">
                <c:v>12.087370075922102</c:v>
              </c:pt>
              <c:pt idx="56">
                <c:v>12.253355217957887</c:v>
              </c:pt>
              <c:pt idx="57">
                <c:v>12.420052705862444</c:v>
              </c:pt>
              <c:pt idx="58">
                <c:v>12.587434238522679</c:v>
              </c:pt>
              <c:pt idx="59">
                <c:v>12.755472887182641</c:v>
              </c:pt>
              <c:pt idx="60">
                <c:v>12.924143020562596</c:v>
              </c:pt>
            </c:numLit>
          </c:yVal>
        </c:ser>
        <c:ser>
          <c:idx val="1"/>
          <c:order val="1"/>
          <c:tx>
            <c:v>B 零曲率线</c:v>
          </c:tx>
          <c:spPr>
            <a:ln xmlns:a="http://schemas.openxmlformats.org/drawingml/2006/main" w="28575">
              <a:solidFill>
                <a:srgbClr val="C95F42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3</c:v>
              </c:pt>
              <c:pt idx="2">
                <c:v>6</c:v>
              </c:pt>
              <c:pt idx="3">
                <c:v>9</c:v>
              </c:pt>
              <c:pt idx="4">
                <c:v>12</c:v>
              </c:pt>
              <c:pt idx="5">
                <c:v>15</c:v>
              </c:pt>
              <c:pt idx="6">
                <c:v>18</c:v>
              </c:pt>
              <c:pt idx="7">
                <c:v>21</c:v>
              </c:pt>
              <c:pt idx="8">
                <c:v>24</c:v>
              </c:pt>
              <c:pt idx="9">
                <c:v>27</c:v>
              </c:pt>
              <c:pt idx="10">
                <c:v>30</c:v>
              </c:pt>
              <c:pt idx="11">
                <c:v>33</c:v>
              </c:pt>
              <c:pt idx="12">
                <c:v>36</c:v>
              </c:pt>
              <c:pt idx="13">
                <c:v>39</c:v>
              </c:pt>
              <c:pt idx="14">
                <c:v>42</c:v>
              </c:pt>
              <c:pt idx="15">
                <c:v>45</c:v>
              </c:pt>
              <c:pt idx="16">
                <c:v>48</c:v>
              </c:pt>
              <c:pt idx="17">
                <c:v>51</c:v>
              </c:pt>
              <c:pt idx="18">
                <c:v>54</c:v>
              </c:pt>
              <c:pt idx="19">
                <c:v>57</c:v>
              </c:pt>
              <c:pt idx="20">
                <c:v>60</c:v>
              </c:pt>
              <c:pt idx="21">
                <c:v>63</c:v>
              </c:pt>
              <c:pt idx="22">
                <c:v>66</c:v>
              </c:pt>
              <c:pt idx="23">
                <c:v>69</c:v>
              </c:pt>
              <c:pt idx="24">
                <c:v>72</c:v>
              </c:pt>
              <c:pt idx="25">
                <c:v>75</c:v>
              </c:pt>
              <c:pt idx="26">
                <c:v>78</c:v>
              </c:pt>
              <c:pt idx="27">
                <c:v>81</c:v>
              </c:pt>
              <c:pt idx="28">
                <c:v>84</c:v>
              </c:pt>
              <c:pt idx="29">
                <c:v>87</c:v>
              </c:pt>
              <c:pt idx="30">
                <c:v>90</c:v>
              </c:pt>
              <c:pt idx="31">
                <c:v>93</c:v>
              </c:pt>
              <c:pt idx="32">
                <c:v>96</c:v>
              </c:pt>
              <c:pt idx="33">
                <c:v>99</c:v>
              </c:pt>
              <c:pt idx="34">
                <c:v>102</c:v>
              </c:pt>
              <c:pt idx="35">
                <c:v>105</c:v>
              </c:pt>
              <c:pt idx="36">
                <c:v>108</c:v>
              </c:pt>
              <c:pt idx="37">
                <c:v>111</c:v>
              </c:pt>
              <c:pt idx="38">
                <c:v>114</c:v>
              </c:pt>
              <c:pt idx="39">
                <c:v>117</c:v>
              </c:pt>
              <c:pt idx="40">
                <c:v>120</c:v>
              </c:pt>
              <c:pt idx="41">
                <c:v>123</c:v>
              </c:pt>
              <c:pt idx="42">
                <c:v>126</c:v>
              </c:pt>
              <c:pt idx="43">
                <c:v>129</c:v>
              </c:pt>
              <c:pt idx="44">
                <c:v>132</c:v>
              </c:pt>
              <c:pt idx="45">
                <c:v>135</c:v>
              </c:pt>
              <c:pt idx="46">
                <c:v>138</c:v>
              </c:pt>
              <c:pt idx="47">
                <c:v>141</c:v>
              </c:pt>
              <c:pt idx="48">
                <c:v>144</c:v>
              </c:pt>
              <c:pt idx="49">
                <c:v>147</c:v>
              </c:pt>
              <c:pt idx="50">
                <c:v>150</c:v>
              </c:pt>
              <c:pt idx="51">
                <c:v>153</c:v>
              </c:pt>
              <c:pt idx="52">
                <c:v>156</c:v>
              </c:pt>
              <c:pt idx="53">
                <c:v>159</c:v>
              </c:pt>
              <c:pt idx="54">
                <c:v>162</c:v>
              </c:pt>
              <c:pt idx="55">
                <c:v>165</c:v>
              </c:pt>
              <c:pt idx="56">
                <c:v>168</c:v>
              </c:pt>
              <c:pt idx="57">
                <c:v>171</c:v>
              </c:pt>
              <c:pt idx="58">
                <c:v>174</c:v>
              </c:pt>
              <c:pt idx="59">
                <c:v>177</c:v>
              </c:pt>
              <c:pt idx="60">
                <c:v>180</c:v>
              </c:pt>
            </c:numLit>
          </c:xVal>
          <c:yVal>
            <c:numLit>
              <c:formatCode>0.0</c:formatCode>
              <c:ptCount val="61"/>
              <c:pt idx="0">
                <c:v>6.000000000000001</c:v>
              </c:pt>
              <c:pt idx="1">
                <c:v>6.0030324159455715</c:v>
              </c:pt>
              <c:pt idx="2">
                <c:v>6.012120486781122</c:v>
              </c:pt>
              <c:pt idx="3">
                <c:v>6.027236819807223</c:v>
              </c:pt>
              <c:pt idx="4">
                <c:v>6.048336216703991</c:v>
              </c:pt>
              <c:pt idx="5">
                <c:v>6.075356341181399</c:v>
              </c:pt>
              <c:pt idx="6">
                <c:v>6.108218621509841</c:v>
              </c:pt>
              <c:pt idx="7">
                <c:v>6.146829358114047</c:v>
              </c:pt>
              <c:pt idx="8">
                <c:v>6.191081001018528</c:v>
              </c:pt>
              <c:pt idx="9">
                <c:v>6.240853558477321</c:v>
              </c:pt>
              <c:pt idx="10">
                <c:v>6.2960160966544665</c:v>
              </c:pt>
              <c:pt idx="11">
                <c:v>6.35642829064341</c:v>
              </c:pt>
              <c:pt idx="12">
                <c:v>6.421941989199083</c:v>
              </c:pt>
              <c:pt idx="13">
                <c:v>6.492402758992338</c:v>
              </c:pt>
              <c:pt idx="14">
                <c:v>6.5676513786201385</c:v>
              </c:pt>
              <c:pt idx="15">
                <c:v>6.647525257642675</c:v>
              </c:pt>
              <c:pt idx="16">
                <c:v>6.731859761216828</c:v>
              </c:pt>
              <c:pt idx="17">
                <c:v>6.820489426146037</c:v>
              </c:pt>
              <c:pt idx="18">
                <c:v>6.913249059120909</c:v>
              </c:pt>
              <c:pt idx="19">
                <c:v>7.009974712400113</c:v>
              </c:pt>
              <c:pt idx="20">
                <c:v>7.110504536059912</c:v>
              </c:pt>
              <c:pt idx="21">
                <c:v>7.214679509164265</c:v>
              </c:pt>
              <c:pt idx="22">
                <c:v>7.32234405476604</c:v>
              </c:pt>
              <c:pt idx="23">
                <c:v>7.433346545571991</c:v>
              </c:pt>
              <c:pt idx="24">
                <c:v>7.547539708444938</c:v>
              </c:pt>
              <c:pt idx="25">
                <c:v>7.664780936747369</c:v>
              </c:pt>
              <c:pt idx="26">
                <c:v>7.784932519931388</c:v>
              </c:pt>
              <c:pt idx="27">
                <c:v>7.907861799831312</c:v>
              </c:pt>
              <c:pt idx="28">
                <c:v>8.033441262893755</c:v>
              </c:pt>
              <c:pt idx="29">
                <c:v>8.161548577156378</c:v>
              </c:pt>
              <c:pt idx="30">
                <c:v>8.292066582221182</c:v>
              </c:pt>
              <c:pt idx="31">
                <c:v>8.424883239812996</c:v>
              </c:pt>
              <c:pt idx="32">
                <c:v>8.559891551810756</c:v>
              </c:pt>
              <c:pt idx="33">
                <c:v>8.69698945192111</c:v>
              </c:pt>
              <c:pt idx="34">
                <c:v>8.836079676456045</c:v>
              </c:pt>
              <c:pt idx="35">
                <c:v>8.97706961899699</c:v>
              </c:pt>
              <c:pt idx="36">
                <c:v>9.119871173089264</c:v>
              </c:pt>
              <c:pt idx="37">
                <c:v>9.264400566521125</c:v>
              </c:pt>
              <c:pt idx="38">
                <c:v>9.410578190204689</c:v>
              </c:pt>
              <c:pt idx="39">
                <c:v>9.558328424193316</c:v>
              </c:pt>
              <c:pt idx="40">
                <c:v>9.707579462941021</c:v>
              </c:pt>
              <c:pt idx="41">
                <c:v>9.858263141531236</c:v>
              </c:pt>
              <c:pt idx="42">
                <c:v>10.010314764272845</c:v>
              </c:pt>
              <c:pt idx="43">
                <c:v>10.163672936775923</c:v>
              </c:pt>
              <c:pt idx="44">
                <c:v>10.318279402374717</c:v>
              </c:pt>
              <c:pt idx="45">
                <c:v>10.474078883557054</c:v>
              </c:pt>
              <c:pt idx="46">
                <c:v>10.631018928882979</c:v>
              </c:pt>
              <c:pt idx="47">
                <c:v>10.789049765727608</c:v>
              </c:pt>
              <c:pt idx="48">
                <c:v>10.948124159060878</c:v>
              </c:pt>
              <c:pt idx="49">
                <c:v>11.108197276374984</c:v>
              </c:pt>
              <c:pt idx="50">
                <c:v>11.269226558788475</c:v>
              </c:pt>
              <c:pt idx="51">
                <c:v>11.431171598288993</c:v>
              </c:pt>
              <c:pt idx="52">
                <c:v>11.593994021024034</c:v>
              </c:pt>
              <c:pt idx="53">
                <c:v>11.75765737650744</c:v>
              </c:pt>
              <c:pt idx="54">
                <c:v>11.922127032577924</c:v>
              </c:pt>
              <c:pt idx="55">
                <c:v>12.087370075922106</c:v>
              </c:pt>
              <c:pt idx="56">
                <c:v>12.253355217957893</c:v>
              </c:pt>
              <c:pt idx="57">
                <c:v>12.420052705862455</c:v>
              </c:pt>
              <c:pt idx="58">
                <c:v>12.587434238522688</c:v>
              </c:pt>
              <c:pt idx="59">
                <c:v>12.755472887182659</c:v>
              </c:pt>
              <c:pt idx="60">
                <c:v>12.924143020562603</c:v>
              </c:pt>
            </c:numLit>
          </c:yVal>
        </c:ser>
        <c:ser>
          <c:idx val="2"/>
          <c:order val="2"/>
          <c:tx>
            <c:v>C 零曲率交点</c:v>
          </c:tx>
          <c:spPr>
            <a:ln xmlns:a="http://schemas.openxmlformats.org/drawingml/2006/main" w="28575">
              <a:solidFill>
                <a:srgbClr val="27816E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3</c:v>
              </c:pt>
              <c:pt idx="2">
                <c:v>6</c:v>
              </c:pt>
              <c:pt idx="3">
                <c:v>9</c:v>
              </c:pt>
              <c:pt idx="4">
                <c:v>12</c:v>
              </c:pt>
              <c:pt idx="5">
                <c:v>15</c:v>
              </c:pt>
              <c:pt idx="6">
                <c:v>18</c:v>
              </c:pt>
              <c:pt idx="7">
                <c:v>21</c:v>
              </c:pt>
              <c:pt idx="8">
                <c:v>24</c:v>
              </c:pt>
              <c:pt idx="9">
                <c:v>27</c:v>
              </c:pt>
              <c:pt idx="10">
                <c:v>30</c:v>
              </c:pt>
              <c:pt idx="11">
                <c:v>33</c:v>
              </c:pt>
              <c:pt idx="12">
                <c:v>36</c:v>
              </c:pt>
              <c:pt idx="13">
                <c:v>39</c:v>
              </c:pt>
              <c:pt idx="14">
                <c:v>42</c:v>
              </c:pt>
              <c:pt idx="15">
                <c:v>45</c:v>
              </c:pt>
              <c:pt idx="16">
                <c:v>48</c:v>
              </c:pt>
              <c:pt idx="17">
                <c:v>51</c:v>
              </c:pt>
              <c:pt idx="18">
                <c:v>54</c:v>
              </c:pt>
              <c:pt idx="19">
                <c:v>57</c:v>
              </c:pt>
              <c:pt idx="20">
                <c:v>60</c:v>
              </c:pt>
              <c:pt idx="21">
                <c:v>63</c:v>
              </c:pt>
              <c:pt idx="22">
                <c:v>66</c:v>
              </c:pt>
              <c:pt idx="23">
                <c:v>69</c:v>
              </c:pt>
              <c:pt idx="24">
                <c:v>72</c:v>
              </c:pt>
              <c:pt idx="25">
                <c:v>75</c:v>
              </c:pt>
              <c:pt idx="26">
                <c:v>78</c:v>
              </c:pt>
              <c:pt idx="27">
                <c:v>81</c:v>
              </c:pt>
              <c:pt idx="28">
                <c:v>84</c:v>
              </c:pt>
              <c:pt idx="29">
                <c:v>87</c:v>
              </c:pt>
              <c:pt idx="30">
                <c:v>90</c:v>
              </c:pt>
              <c:pt idx="31">
                <c:v>93</c:v>
              </c:pt>
              <c:pt idx="32">
                <c:v>96</c:v>
              </c:pt>
              <c:pt idx="33">
                <c:v>99</c:v>
              </c:pt>
              <c:pt idx="34">
                <c:v>102</c:v>
              </c:pt>
              <c:pt idx="35">
                <c:v>105</c:v>
              </c:pt>
              <c:pt idx="36">
                <c:v>108</c:v>
              </c:pt>
              <c:pt idx="37">
                <c:v>111</c:v>
              </c:pt>
              <c:pt idx="38">
                <c:v>114</c:v>
              </c:pt>
              <c:pt idx="39">
                <c:v>117</c:v>
              </c:pt>
              <c:pt idx="40">
                <c:v>120</c:v>
              </c:pt>
              <c:pt idx="41">
                <c:v>123</c:v>
              </c:pt>
              <c:pt idx="42">
                <c:v>126</c:v>
              </c:pt>
              <c:pt idx="43">
                <c:v>129</c:v>
              </c:pt>
              <c:pt idx="44">
                <c:v>132</c:v>
              </c:pt>
              <c:pt idx="45">
                <c:v>135</c:v>
              </c:pt>
              <c:pt idx="46">
                <c:v>138</c:v>
              </c:pt>
              <c:pt idx="47">
                <c:v>141</c:v>
              </c:pt>
              <c:pt idx="48">
                <c:v>144</c:v>
              </c:pt>
              <c:pt idx="49">
                <c:v>147</c:v>
              </c:pt>
              <c:pt idx="50">
                <c:v>150</c:v>
              </c:pt>
              <c:pt idx="51">
                <c:v>153</c:v>
              </c:pt>
              <c:pt idx="52">
                <c:v>156</c:v>
              </c:pt>
              <c:pt idx="53">
                <c:v>159</c:v>
              </c:pt>
              <c:pt idx="54">
                <c:v>162</c:v>
              </c:pt>
              <c:pt idx="55">
                <c:v>165</c:v>
              </c:pt>
              <c:pt idx="56">
                <c:v>168</c:v>
              </c:pt>
              <c:pt idx="57">
                <c:v>171</c:v>
              </c:pt>
              <c:pt idx="58">
                <c:v>174</c:v>
              </c:pt>
              <c:pt idx="59">
                <c:v>177</c:v>
              </c:pt>
              <c:pt idx="60">
                <c:v>180</c:v>
              </c:pt>
            </c:numLit>
          </c:xVal>
          <c:yVal>
            <c:numLit>
              <c:formatCode>0.0</c:formatCode>
              <c:ptCount val="61"/>
              <c:pt idx="0">
                <c:v>6.000000000000001</c:v>
              </c:pt>
              <c:pt idx="1">
                <c:v>6.000017959384354</c:v>
              </c:pt>
              <c:pt idx="2">
                <c:v>6.000071837214876</c:v>
              </c:pt>
              <c:pt idx="3">
                <c:v>6.000161632523995</c:v>
              </c:pt>
              <c:pt idx="4">
                <c:v>6.0002873436991715</c:v>
              </c:pt>
              <c:pt idx="5">
                <c:v>6.000448968483065</c:v>
              </c:pt>
              <c:pt idx="6">
                <c:v>6.000646503973721</c:v>
              </c:pt>
              <c:pt idx="7">
                <c:v>6.000879946624842</c:v>
              </c:pt>
              <c:pt idx="8">
                <c:v>6.001149292246099</c:v>
              </c:pt>
              <c:pt idx="9">
                <c:v>6.001454536003509</c:v>
              </c:pt>
              <c:pt idx="10">
                <c:v>6.001795672419871</c:v>
              </c:pt>
              <c:pt idx="11">
                <c:v>6.002172695375255</c:v>
              </c:pt>
              <c:pt idx="12">
                <c:v>6.002585598107548</c:v>
              </c:pt>
              <c:pt idx="13">
                <c:v>6.003034373213069</c:v>
              </c:pt>
              <c:pt idx="14">
                <c:v>6.003519012647221</c:v>
              </c:pt>
              <c:pt idx="15">
                <c:v>6.004039507725215</c:v>
              </c:pt>
              <c:pt idx="16">
                <c:v>6.004595849122853</c:v>
              </c:pt>
              <c:pt idx="17">
                <c:v>6.0051880268773505</c:v>
              </c:pt>
              <c:pt idx="18">
                <c:v>6.005816030388241</c:v>
              </c:pt>
              <c:pt idx="19">
                <c:v>6.006479848418305</c:v>
              </c:pt>
              <c:pt idx="20">
                <c:v>6.007179469094588</c:v>
              </c:pt>
              <c:pt idx="21">
                <c:v>6.007914879909459</c:v>
              </c:pt>
              <c:pt idx="22">
                <c:v>6.00868606772171</c:v>
              </c:pt>
              <c:pt idx="23">
                <c:v>6.00949301875774</c:v>
              </c:pt>
              <c:pt idx="24">
                <c:v>6.010335718612782</c:v>
              </c:pt>
              <c:pt idx="25">
                <c:v>6.0112141522521725</c:v>
              </c:pt>
              <c:pt idx="26">
                <c:v>6.012128304012692</c:v>
              </c:pt>
              <c:pt idx="27">
                <c:v>6.013078157603957</c:v>
              </c:pt>
              <c:pt idx="28">
                <c:v>6.014063696109863</c:v>
              </c:pt>
              <c:pt idx="29">
                <c:v>6.015084901990082</c:v>
              </c:pt>
              <c:pt idx="30">
                <c:v>6.016141757081609</c:v>
              </c:pt>
              <c:pt idx="31">
                <c:v>6.017234242600373</c:v>
              </c:pt>
              <c:pt idx="32">
                <c:v>6.018362339142896</c:v>
              </c:pt>
              <c:pt idx="33">
                <c:v>6.0195260266879975</c:v>
              </c:pt>
              <c:pt idx="34">
                <c:v>6.020725284598558</c:v>
              </c:pt>
              <c:pt idx="35">
                <c:v>6.021960091623336</c:v>
              </c:pt>
              <c:pt idx="36">
                <c:v>6.023230425898832</c:v>
              </c:pt>
              <c:pt idx="37">
                <c:v>6.024536264951209</c:v>
              </c:pt>
              <c:pt idx="38">
                <c:v>6.02587758569826</c:v>
              </c:pt>
              <c:pt idx="39">
                <c:v>6.0272543644514185</c:v>
              </c:pt>
              <c:pt idx="40">
                <c:v>6.028666576917835</c:v>
              </c:pt>
              <c:pt idx="41">
                <c:v>6.030114198202492</c:v>
              </c:pt>
              <c:pt idx="42">
                <c:v>6.0315972028103735</c:v>
              </c:pt>
              <c:pt idx="43">
                <c:v>6.0331155646486785</c:v>
              </c:pt>
              <c:pt idx="44">
                <c:v>6.034669257029079</c:v>
              </c:pt>
              <c:pt idx="45">
                <c:v>6.036258252670044</c:v>
              </c:pt>
              <c:pt idx="46">
                <c:v>6.0378825236991895</c:v>
              </c:pt>
              <c:pt idx="47">
                <c:v>6.039542041655686</c:v>
              </c:pt>
              <c:pt idx="48">
                <c:v>6.04123677749271</c:v>
              </c:pt>
              <c:pt idx="49">
                <c:v>6.04296670157995</c:v>
              </c:pt>
              <c:pt idx="50">
                <c:v>6.044731783706138</c:v>
              </c:pt>
              <c:pt idx="51">
                <c:v>6.046531993081643</c:v>
              </c:pt>
              <c:pt idx="52">
                <c:v>6.048367298341104</c:v>
              </c:pt>
              <c:pt idx="53">
                <c:v>6.050237667546114</c:v>
              </c:pt>
              <c:pt idx="54">
                <c:v>6.05214306818793</c:v>
              </c:pt>
              <c:pt idx="55">
                <c:v>6.054083467190232</c:v>
              </c:pt>
              <c:pt idx="56">
                <c:v>6.056058830911943</c:v>
              </c:pt>
              <c:pt idx="57">
                <c:v>6.058069125150072</c:v>
              </c:pt>
              <c:pt idx="58">
                <c:v>6.060114315142588</c:v>
              </c:pt>
              <c:pt idx="59">
                <c:v>6.0621943655713695</c:v>
              </c:pt>
              <c:pt idx="60">
                <c:v>6.064309240565156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4"/>
          <c:min val="6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σᵧ/a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6"/>
        <c:majorUnit val="2"/>
      </c:valAx>
      <c:valAx>
        <c:axId val="48650112"/>
        <c:scaling>
          <c:orientation val="minMax"/>
          <c:max val="18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6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相对平移初态的重叠 F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A 普通点</c:v>
          </c:tx>
          <c:spPr>
            <a:ln xmlns:a="http://schemas.openxmlformats.org/drawingml/2006/main" w="28575">
              <a:solidFill>
                <a:srgbClr val="246B9A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3</c:v>
              </c:pt>
              <c:pt idx="2">
                <c:v>6</c:v>
              </c:pt>
              <c:pt idx="3">
                <c:v>9</c:v>
              </c:pt>
              <c:pt idx="4">
                <c:v>12</c:v>
              </c:pt>
              <c:pt idx="5">
                <c:v>15</c:v>
              </c:pt>
              <c:pt idx="6">
                <c:v>18</c:v>
              </c:pt>
              <c:pt idx="7">
                <c:v>21</c:v>
              </c:pt>
              <c:pt idx="8">
                <c:v>24</c:v>
              </c:pt>
              <c:pt idx="9">
                <c:v>27</c:v>
              </c:pt>
              <c:pt idx="10">
                <c:v>30</c:v>
              </c:pt>
              <c:pt idx="11">
                <c:v>33</c:v>
              </c:pt>
              <c:pt idx="12">
                <c:v>36</c:v>
              </c:pt>
              <c:pt idx="13">
                <c:v>39</c:v>
              </c:pt>
              <c:pt idx="14">
                <c:v>42</c:v>
              </c:pt>
              <c:pt idx="15">
                <c:v>45</c:v>
              </c:pt>
              <c:pt idx="16">
                <c:v>48</c:v>
              </c:pt>
              <c:pt idx="17">
                <c:v>51</c:v>
              </c:pt>
              <c:pt idx="18">
                <c:v>54</c:v>
              </c:pt>
              <c:pt idx="19">
                <c:v>57</c:v>
              </c:pt>
              <c:pt idx="20">
                <c:v>60</c:v>
              </c:pt>
              <c:pt idx="21">
                <c:v>63</c:v>
              </c:pt>
              <c:pt idx="22">
                <c:v>66</c:v>
              </c:pt>
              <c:pt idx="23">
                <c:v>69</c:v>
              </c:pt>
              <c:pt idx="24">
                <c:v>72</c:v>
              </c:pt>
              <c:pt idx="25">
                <c:v>75</c:v>
              </c:pt>
              <c:pt idx="26">
                <c:v>78</c:v>
              </c:pt>
              <c:pt idx="27">
                <c:v>81</c:v>
              </c:pt>
              <c:pt idx="28">
                <c:v>84</c:v>
              </c:pt>
              <c:pt idx="29">
                <c:v>87</c:v>
              </c:pt>
              <c:pt idx="30">
                <c:v>90</c:v>
              </c:pt>
              <c:pt idx="31">
                <c:v>93</c:v>
              </c:pt>
              <c:pt idx="32">
                <c:v>96</c:v>
              </c:pt>
              <c:pt idx="33">
                <c:v>99</c:v>
              </c:pt>
              <c:pt idx="34">
                <c:v>102</c:v>
              </c:pt>
              <c:pt idx="35">
                <c:v>105</c:v>
              </c:pt>
              <c:pt idx="36">
                <c:v>108</c:v>
              </c:pt>
              <c:pt idx="37">
                <c:v>111</c:v>
              </c:pt>
              <c:pt idx="38">
                <c:v>114</c:v>
              </c:pt>
              <c:pt idx="39">
                <c:v>117</c:v>
              </c:pt>
              <c:pt idx="40">
                <c:v>120</c:v>
              </c:pt>
              <c:pt idx="41">
                <c:v>123</c:v>
              </c:pt>
              <c:pt idx="42">
                <c:v>126</c:v>
              </c:pt>
              <c:pt idx="43">
                <c:v>129</c:v>
              </c:pt>
              <c:pt idx="44">
                <c:v>132</c:v>
              </c:pt>
              <c:pt idx="45">
                <c:v>135</c:v>
              </c:pt>
              <c:pt idx="46">
                <c:v>138</c:v>
              </c:pt>
              <c:pt idx="47">
                <c:v>141</c:v>
              </c:pt>
              <c:pt idx="48">
                <c:v>144</c:v>
              </c:pt>
              <c:pt idx="49">
                <c:v>147</c:v>
              </c:pt>
              <c:pt idx="50">
                <c:v>150</c:v>
              </c:pt>
              <c:pt idx="51">
                <c:v>153</c:v>
              </c:pt>
              <c:pt idx="52">
                <c:v>156</c:v>
              </c:pt>
              <c:pt idx="53">
                <c:v>159</c:v>
              </c:pt>
              <c:pt idx="54">
                <c:v>162</c:v>
              </c:pt>
              <c:pt idx="55">
                <c:v>165</c:v>
              </c:pt>
              <c:pt idx="56">
                <c:v>168</c:v>
              </c:pt>
              <c:pt idx="57">
                <c:v>171</c:v>
              </c:pt>
              <c:pt idx="58">
                <c:v>174</c:v>
              </c:pt>
              <c:pt idx="59">
                <c:v>177</c:v>
              </c:pt>
              <c:pt idx="60">
                <c:v>180</c:v>
              </c:pt>
            </c:numLit>
          </c:xVal>
          <c:yVal>
            <c:numLit>
              <c:formatCode>0.00</c:formatCode>
              <c:ptCount val="61"/>
              <c:pt idx="0">
                <c:v>1.0000000000000004</c:v>
              </c:pt>
              <c:pt idx="1">
                <c:v>0.9997475068670034</c:v>
              </c:pt>
              <c:pt idx="2">
                <c:v>0.9989907946691869</c:v>
              </c:pt>
              <c:pt idx="3">
                <c:v>0.9977321590786538</c:v>
              </c:pt>
              <c:pt idx="4">
                <c:v>0.9959754065323531</c:v>
              </c:pt>
              <c:pt idx="5">
                <c:v>0.9937258250136651</c:v>
              </c:pt>
              <c:pt idx="6">
                <c:v>0.9909901437516666</c:v>
              </c:pt>
              <c:pt idx="7">
                <c:v>0.9877764824252614</c:v>
              </c:pt>
              <c:pt idx="8">
                <c:v>0.9840942906023503</c:v>
              </c:pt>
              <c:pt idx="9">
                <c:v>0.9799542782699177</c:v>
              </c:pt>
              <c:pt idx="10">
                <c:v>0.9753683384167359</c:v>
              </c:pt>
              <c:pt idx="11">
                <c:v>0.9703494627146345</c:v>
              </c:pt>
              <c:pt idx="12">
                <c:v>0.964911651405666</c:v>
              </c:pt>
              <c:pt idx="13">
                <c:v>0.9590698185407998</c:v>
              </c:pt>
              <c:pt idx="14">
                <c:v>0.9528396937312056</c:v>
              </c:pt>
              <c:pt idx="15">
                <c:v>0.9462377215667083</c:v>
              </c:pt>
              <c:pt idx="16">
                <c:v>0.9392809598291891</c:v>
              </c:pt>
              <c:pt idx="17">
                <c:v>0.9319869775834284</c:v>
              </c:pt>
              <c:pt idx="18">
                <c:v>0.9243737541666055</c:v>
              </c:pt>
              <c:pt idx="19">
                <c:v>0.9164595800228517</c:v>
              </c:pt>
              <c:pt idx="20">
                <c:v>0.9082629602436871</c:v>
              </c:pt>
              <c:pt idx="21">
                <c:v>0.899802521581605</c:v>
              </c:pt>
              <c:pt idx="22">
                <c:v>0.8910969236051391</c:v>
              </c:pt>
              <c:pt idx="23">
                <c:v>0.8821647745621137</c:v>
              </c:pt>
              <c:pt idx="24">
                <c:v>0.873024552415694</c:v>
              </c:pt>
              <c:pt idx="25">
                <c:v>0.8636945314175106</c:v>
              </c:pt>
              <c:pt idx="26">
                <c:v>0.8541927144852813</c:v>
              </c:pt>
              <c:pt idx="27">
                <c:v>0.8445367715606066</c:v>
              </c:pt>
              <c:pt idx="28">
                <c:v>0.8347439840370847</c:v>
              </c:pt>
              <c:pt idx="29">
                <c:v>0.8248311952706204</c:v>
              </c:pt>
              <c:pt idx="30">
                <c:v>0.8148147671132907</c:v>
              </c:pt>
              <c:pt idx="31">
                <c:v>0.8047105423499036</c:v>
              </c:pt>
              <c:pt idx="32">
                <c:v>0.7945338128624563</c:v>
              </c:pt>
              <c:pt idx="33">
                <c:v>0.784299293302083</c:v>
              </c:pt>
              <c:pt idx="34">
                <c:v>0.7740211000105576</c:v>
              </c:pt>
              <c:pt idx="35">
                <c:v>0.7637127349035421</c:v>
              </c:pt>
              <c:pt idx="36">
                <c:v>0.7533870740051808</c:v>
              </c:pt>
              <c:pt idx="37">
                <c:v>0.7430563603076749</c:v>
              </c:pt>
              <c:pt idx="38">
                <c:v>0.732732200619599</c:v>
              </c:pt>
              <c:pt idx="39">
                <c:v>0.722425566062271</c:v>
              </c:pt>
              <c:pt idx="40">
                <c:v>0.7121467958738128</c:v>
              </c:pt>
              <c:pt idx="41">
                <c:v>0.7019056041850108</c:v>
              </c:pt>
              <c:pt idx="42">
                <c:v>0.691711089439058</c:v>
              </c:pt>
              <c:pt idx="43">
                <c:v>0.6815717461381874</c:v>
              </c:pt>
              <c:pt idx="44">
                <c:v>0.6714954786134505</c:v>
              </c:pt>
              <c:pt idx="45">
                <c:v>0.6614896165290399</c:v>
              </c:pt>
              <c:pt idx="46">
                <c:v>0.6515609318490602</c:v>
              </c:pt>
              <c:pt idx="47">
                <c:v>0.6417156570121264</c:v>
              </c:pt>
              <c:pt idx="48">
                <c:v>0.6319595040772407</c:v>
              </c:pt>
              <c:pt idx="49">
                <c:v>0.6222976846227586</c:v>
              </c:pt>
              <c:pt idx="50">
                <c:v>0.612734930198574</c:v>
              </c:pt>
              <c:pt idx="51">
                <c:v>0.6032755131497677</c:v>
              </c:pt>
              <c:pt idx="52">
                <c:v>0.5939232676476245</c:v>
              </c:pt>
              <c:pt idx="53">
                <c:v>0.5846816107809706</c:v>
              </c:pt>
              <c:pt idx="54">
                <c:v>0.5755535635771627</c:v>
              </c:pt>
              <c:pt idx="55">
                <c:v>0.5665417718375548</c:v>
              </c:pt>
              <c:pt idx="56">
                <c:v>0.5576485266869388</c:v>
              </c:pt>
              <c:pt idx="57">
                <c:v>0.5488757847501541</c:v>
              </c:pt>
              <c:pt idx="58">
                <c:v>0.5402251878818269</c:v>
              </c:pt>
              <c:pt idx="59">
                <c:v>0.5316980823869922</c:v>
              </c:pt>
              <c:pt idx="60">
                <c:v>0.5232955376811795</c:v>
              </c:pt>
            </c:numLit>
          </c:yVal>
        </c:ser>
        <c:ser>
          <c:idx val="1"/>
          <c:order val="1"/>
          <c:tx>
            <c:v>B 零曲率线</c:v>
          </c:tx>
          <c:spPr>
            <a:ln xmlns:a="http://schemas.openxmlformats.org/drawingml/2006/main" w="28575">
              <a:solidFill>
                <a:srgbClr val="C95F42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3</c:v>
              </c:pt>
              <c:pt idx="2">
                <c:v>6</c:v>
              </c:pt>
              <c:pt idx="3">
                <c:v>9</c:v>
              </c:pt>
              <c:pt idx="4">
                <c:v>12</c:v>
              </c:pt>
              <c:pt idx="5">
                <c:v>15</c:v>
              </c:pt>
              <c:pt idx="6">
                <c:v>18</c:v>
              </c:pt>
              <c:pt idx="7">
                <c:v>21</c:v>
              </c:pt>
              <c:pt idx="8">
                <c:v>24</c:v>
              </c:pt>
              <c:pt idx="9">
                <c:v>27</c:v>
              </c:pt>
              <c:pt idx="10">
                <c:v>30</c:v>
              </c:pt>
              <c:pt idx="11">
                <c:v>33</c:v>
              </c:pt>
              <c:pt idx="12">
                <c:v>36</c:v>
              </c:pt>
              <c:pt idx="13">
                <c:v>39</c:v>
              </c:pt>
              <c:pt idx="14">
                <c:v>42</c:v>
              </c:pt>
              <c:pt idx="15">
                <c:v>45</c:v>
              </c:pt>
              <c:pt idx="16">
                <c:v>48</c:v>
              </c:pt>
              <c:pt idx="17">
                <c:v>51</c:v>
              </c:pt>
              <c:pt idx="18">
                <c:v>54</c:v>
              </c:pt>
              <c:pt idx="19">
                <c:v>57</c:v>
              </c:pt>
              <c:pt idx="20">
                <c:v>60</c:v>
              </c:pt>
              <c:pt idx="21">
                <c:v>63</c:v>
              </c:pt>
              <c:pt idx="22">
                <c:v>66</c:v>
              </c:pt>
              <c:pt idx="23">
                <c:v>69</c:v>
              </c:pt>
              <c:pt idx="24">
                <c:v>72</c:v>
              </c:pt>
              <c:pt idx="25">
                <c:v>75</c:v>
              </c:pt>
              <c:pt idx="26">
                <c:v>78</c:v>
              </c:pt>
              <c:pt idx="27">
                <c:v>81</c:v>
              </c:pt>
              <c:pt idx="28">
                <c:v>84</c:v>
              </c:pt>
              <c:pt idx="29">
                <c:v>87</c:v>
              </c:pt>
              <c:pt idx="30">
                <c:v>90</c:v>
              </c:pt>
              <c:pt idx="31">
                <c:v>93</c:v>
              </c:pt>
              <c:pt idx="32">
                <c:v>96</c:v>
              </c:pt>
              <c:pt idx="33">
                <c:v>99</c:v>
              </c:pt>
              <c:pt idx="34">
                <c:v>102</c:v>
              </c:pt>
              <c:pt idx="35">
                <c:v>105</c:v>
              </c:pt>
              <c:pt idx="36">
                <c:v>108</c:v>
              </c:pt>
              <c:pt idx="37">
                <c:v>111</c:v>
              </c:pt>
              <c:pt idx="38">
                <c:v>114</c:v>
              </c:pt>
              <c:pt idx="39">
                <c:v>117</c:v>
              </c:pt>
              <c:pt idx="40">
                <c:v>120</c:v>
              </c:pt>
              <c:pt idx="41">
                <c:v>123</c:v>
              </c:pt>
              <c:pt idx="42">
                <c:v>126</c:v>
              </c:pt>
              <c:pt idx="43">
                <c:v>129</c:v>
              </c:pt>
              <c:pt idx="44">
                <c:v>132</c:v>
              </c:pt>
              <c:pt idx="45">
                <c:v>135</c:v>
              </c:pt>
              <c:pt idx="46">
                <c:v>138</c:v>
              </c:pt>
              <c:pt idx="47">
                <c:v>141</c:v>
              </c:pt>
              <c:pt idx="48">
                <c:v>144</c:v>
              </c:pt>
              <c:pt idx="49">
                <c:v>147</c:v>
              </c:pt>
              <c:pt idx="50">
                <c:v>150</c:v>
              </c:pt>
              <c:pt idx="51">
                <c:v>153</c:v>
              </c:pt>
              <c:pt idx="52">
                <c:v>156</c:v>
              </c:pt>
              <c:pt idx="53">
                <c:v>159</c:v>
              </c:pt>
              <c:pt idx="54">
                <c:v>162</c:v>
              </c:pt>
              <c:pt idx="55">
                <c:v>165</c:v>
              </c:pt>
              <c:pt idx="56">
                <c:v>168</c:v>
              </c:pt>
              <c:pt idx="57">
                <c:v>171</c:v>
              </c:pt>
              <c:pt idx="58">
                <c:v>174</c:v>
              </c:pt>
              <c:pt idx="59">
                <c:v>177</c:v>
              </c:pt>
              <c:pt idx="60">
                <c:v>180</c:v>
              </c:pt>
            </c:numLit>
          </c:xVal>
          <c:yVal>
            <c:numLit>
              <c:formatCode>0.00</c:formatCode>
              <c:ptCount val="61"/>
              <c:pt idx="0">
                <c:v>1.0000000000000004</c:v>
              </c:pt>
              <c:pt idx="1">
                <c:v>0.9998732466566205</c:v>
              </c:pt>
              <c:pt idx="2">
                <c:v>0.9994932755101481</c:v>
              </c:pt>
              <c:pt idx="3">
                <c:v>0.9988609513293358</c:v>
              </c:pt>
              <c:pt idx="4">
                <c:v>0.9979777091464409</c:v>
              </c:pt>
              <c:pt idx="5">
                <c:v>0.9968455449712161</c:v>
              </c:pt>
              <c:pt idx="6">
                <c:v>0.995467002963375</c:v>
              </c:pt>
              <c:pt idx="7">
                <c:v>0.9938451592316131</c:v>
              </c:pt>
              <c:pt idx="8">
                <c:v>0.9919836024686405</c:v>
              </c:pt>
              <c:pt idx="9">
                <c:v>0.9898864116683597</c:v>
              </c:pt>
              <c:pt idx="10">
                <c:v>0.9875581312027002</c:v>
              </c:pt>
              <c:pt idx="11">
                <c:v>0.9850037435610768</c:v>
              </c:pt>
              <c:pt idx="12">
                <c:v>0.9822286400747461</c:v>
              </c:pt>
              <c:pt idx="13">
                <c:v>0.9792385899613009</c:v>
              </c:pt>
              <c:pt idx="14">
                <c:v>0.9760397080312458</c:v>
              </c:pt>
              <c:pt idx="15">
                <c:v>0.972638421399253</c:v>
              </c:pt>
              <c:pt idx="16">
                <c:v>0.9690414355376609</c:v>
              </c:pt>
              <c:pt idx="17">
                <c:v>0.9652556999995692</c:v>
              </c:pt>
              <c:pt idx="18">
                <c:v>0.9612883741240831</c:v>
              </c:pt>
              <c:pt idx="19">
                <c:v>0.957146793017501</c:v>
              </c:pt>
              <c:pt idx="20">
                <c:v>0.9528384340822954</c:v>
              </c:pt>
              <c:pt idx="21">
                <c:v>0.9483708843412435</c:v>
              </c:pt>
              <c:pt idx="22">
                <c:v>0.9437518087777973</c:v>
              </c:pt>
              <c:pt idx="23">
                <c:v>0.938988919886376</c:v>
              </c:pt>
              <c:pt idx="24">
                <c:v>0.9340899485983863</c:v>
              </c:pt>
              <c:pt idx="25">
                <c:v>0.9290626167219632</c:v>
              </c:pt>
              <c:pt idx="26">
                <c:v>0.9239146110062284</c:v>
              </c:pt>
              <c:pt idx="27">
                <c:v>0.9186535589146484</c:v>
              </c:pt>
              <c:pt idx="28">
                <c:v>0.9132870061672783</c:v>
              </c:pt>
              <c:pt idx="29">
                <c:v>0.9078223960884804</c:v>
              </c:pt>
              <c:pt idx="30">
                <c:v>0.9022670507754269</c:v>
              </c:pt>
              <c:pt idx="31">
                <c:v>0.8966281540833632</c:v>
              </c:pt>
              <c:pt idx="32">
                <c:v>0.8909127364063807</c:v>
              </c:pt>
              <c:pt idx="33">
                <c:v>0.8851276612173231</c:v>
              </c:pt>
              <c:pt idx="34">
                <c:v>0.8792796133174018</c:v>
              </c:pt>
              <c:pt idx="35">
                <c:v>0.8733750887350762</c:v>
              </c:pt>
              <c:pt idx="36">
                <c:v>0.8674203862046792</c:v>
              </c:pt>
              <c:pt idx="37">
                <c:v>0.8614216001480131</c:v>
              </c:pt>
              <c:pt idx="38">
                <c:v>0.8553846150765827</c:v>
              </c:pt>
              <c:pt idx="39">
                <c:v>0.8493151013281385</c:v>
              </c:pt>
              <c:pt idx="40">
                <c:v>0.8432185120486096</c:v>
              </c:pt>
              <c:pt idx="41">
                <c:v>0.8371000813291763</c:v>
              </c:pt>
              <c:pt idx="42">
                <c:v>0.8309648234080158</c:v>
              </c:pt>
              <c:pt idx="43">
                <c:v>0.8248175328470014</c:v>
              </c:pt>
              <c:pt idx="44">
                <c:v>0.8186627855952098</c:v>
              </c:pt>
              <c:pt idx="45">
                <c:v>0.8125049408533725</c:v>
              </c:pt>
              <c:pt idx="46">
                <c:v>0.8063481436562534</c:v>
              </c:pt>
              <c:pt idx="47">
                <c:v>0.8001963280932478</c:v>
              </c:pt>
              <c:pt idx="48">
                <c:v>0.7940532210911847</c:v>
              </c:pt>
              <c:pt idx="49">
                <c:v>0.7879223466872503</c:v>
              </c:pt>
              <c:pt idx="50">
                <c:v>0.781807030724104</c:v>
              </c:pt>
              <c:pt idx="51">
                <c:v>0.7757104059034932</c:v>
              </c:pt>
              <c:pt idx="52">
                <c:v>0.7696354171389964</c:v>
              </c:pt>
              <c:pt idx="53">
                <c:v>0.7635848271528243</c:v>
              </c:pt>
              <c:pt idx="54">
                <c:v>0.7575612222658696</c:v>
              </c:pt>
              <c:pt idx="55">
                <c:v>0.7515670183343763</c:v>
              </c:pt>
              <c:pt idx="56">
                <c:v>0.7456044667906534</c:v>
              </c:pt>
              <c:pt idx="57">
                <c:v>0.7396756607491805</c:v>
              </c:pt>
              <c:pt idx="58">
                <c:v>0.7337825411432023</c:v>
              </c:pt>
              <c:pt idx="59">
                <c:v>0.7279269028604952</c:v>
              </c:pt>
              <c:pt idx="60">
                <c:v>0.7221104008503606</c:v>
              </c:pt>
            </c:numLit>
          </c:yVal>
        </c:ser>
        <c:ser>
          <c:idx val="2"/>
          <c:order val="2"/>
          <c:tx>
            <c:v>C 零曲率交点</c:v>
          </c:tx>
          <c:spPr>
            <a:ln xmlns:a="http://schemas.openxmlformats.org/drawingml/2006/main" w="28575">
              <a:solidFill>
                <a:srgbClr val="27816E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3</c:v>
              </c:pt>
              <c:pt idx="2">
                <c:v>6</c:v>
              </c:pt>
              <c:pt idx="3">
                <c:v>9</c:v>
              </c:pt>
              <c:pt idx="4">
                <c:v>12</c:v>
              </c:pt>
              <c:pt idx="5">
                <c:v>15</c:v>
              </c:pt>
              <c:pt idx="6">
                <c:v>18</c:v>
              </c:pt>
              <c:pt idx="7">
                <c:v>21</c:v>
              </c:pt>
              <c:pt idx="8">
                <c:v>24</c:v>
              </c:pt>
              <c:pt idx="9">
                <c:v>27</c:v>
              </c:pt>
              <c:pt idx="10">
                <c:v>30</c:v>
              </c:pt>
              <c:pt idx="11">
                <c:v>33</c:v>
              </c:pt>
              <c:pt idx="12">
                <c:v>36</c:v>
              </c:pt>
              <c:pt idx="13">
                <c:v>39</c:v>
              </c:pt>
              <c:pt idx="14">
                <c:v>42</c:v>
              </c:pt>
              <c:pt idx="15">
                <c:v>45</c:v>
              </c:pt>
              <c:pt idx="16">
                <c:v>48</c:v>
              </c:pt>
              <c:pt idx="17">
                <c:v>51</c:v>
              </c:pt>
              <c:pt idx="18">
                <c:v>54</c:v>
              </c:pt>
              <c:pt idx="19">
                <c:v>57</c:v>
              </c:pt>
              <c:pt idx="20">
                <c:v>60</c:v>
              </c:pt>
              <c:pt idx="21">
                <c:v>63</c:v>
              </c:pt>
              <c:pt idx="22">
                <c:v>66</c:v>
              </c:pt>
              <c:pt idx="23">
                <c:v>69</c:v>
              </c:pt>
              <c:pt idx="24">
                <c:v>72</c:v>
              </c:pt>
              <c:pt idx="25">
                <c:v>75</c:v>
              </c:pt>
              <c:pt idx="26">
                <c:v>78</c:v>
              </c:pt>
              <c:pt idx="27">
                <c:v>81</c:v>
              </c:pt>
              <c:pt idx="28">
                <c:v>84</c:v>
              </c:pt>
              <c:pt idx="29">
                <c:v>87</c:v>
              </c:pt>
              <c:pt idx="30">
                <c:v>90</c:v>
              </c:pt>
              <c:pt idx="31">
                <c:v>93</c:v>
              </c:pt>
              <c:pt idx="32">
                <c:v>96</c:v>
              </c:pt>
              <c:pt idx="33">
                <c:v>99</c:v>
              </c:pt>
              <c:pt idx="34">
                <c:v>102</c:v>
              </c:pt>
              <c:pt idx="35">
                <c:v>105</c:v>
              </c:pt>
              <c:pt idx="36">
                <c:v>108</c:v>
              </c:pt>
              <c:pt idx="37">
                <c:v>111</c:v>
              </c:pt>
              <c:pt idx="38">
                <c:v>114</c:v>
              </c:pt>
              <c:pt idx="39">
                <c:v>117</c:v>
              </c:pt>
              <c:pt idx="40">
                <c:v>120</c:v>
              </c:pt>
              <c:pt idx="41">
                <c:v>123</c:v>
              </c:pt>
              <c:pt idx="42">
                <c:v>126</c:v>
              </c:pt>
              <c:pt idx="43">
                <c:v>129</c:v>
              </c:pt>
              <c:pt idx="44">
                <c:v>132</c:v>
              </c:pt>
              <c:pt idx="45">
                <c:v>135</c:v>
              </c:pt>
              <c:pt idx="46">
                <c:v>138</c:v>
              </c:pt>
              <c:pt idx="47">
                <c:v>141</c:v>
              </c:pt>
              <c:pt idx="48">
                <c:v>144</c:v>
              </c:pt>
              <c:pt idx="49">
                <c:v>147</c:v>
              </c:pt>
              <c:pt idx="50">
                <c:v>150</c:v>
              </c:pt>
              <c:pt idx="51">
                <c:v>153</c:v>
              </c:pt>
              <c:pt idx="52">
                <c:v>156</c:v>
              </c:pt>
              <c:pt idx="53">
                <c:v>159</c:v>
              </c:pt>
              <c:pt idx="54">
                <c:v>162</c:v>
              </c:pt>
              <c:pt idx="55">
                <c:v>165</c:v>
              </c:pt>
              <c:pt idx="56">
                <c:v>168</c:v>
              </c:pt>
              <c:pt idx="57">
                <c:v>171</c:v>
              </c:pt>
              <c:pt idx="58">
                <c:v>174</c:v>
              </c:pt>
              <c:pt idx="59">
                <c:v>177</c:v>
              </c:pt>
              <c:pt idx="60">
                <c:v>180</c:v>
              </c:pt>
            </c:numLit>
          </c:xVal>
          <c:yVal>
            <c:numLit>
              <c:formatCode>0.00</c:formatCode>
              <c:ptCount val="61"/>
              <c:pt idx="0">
                <c:v>1.0000000000000004</c:v>
              </c:pt>
              <c:pt idx="1">
                <c:v>0.9999990022607255</c:v>
              </c:pt>
              <c:pt idx="2">
                <c:v>0.9999960090931735</c:v>
              </c:pt>
              <c:pt idx="3">
                <c:v>0.9999910206481509</c:v>
              </c:pt>
              <c:pt idx="4">
                <c:v>0.9999840371769524</c:v>
              </c:pt>
              <c:pt idx="5">
                <c:v>0.9999750590312944</c:v>
              </c:pt>
              <c:pt idx="6">
                <c:v>0.999964086663215</c:v>
              </c:pt>
              <c:pt idx="7">
                <c:v>0.99995112062495</c:v>
              </c:pt>
              <c:pt idx="8">
                <c:v>0.999936161568776</c:v>
              </c:pt>
              <c:pt idx="9">
                <c:v>0.9999192102468328</c:v>
              </c:pt>
              <c:pt idx="10">
                <c:v>0.9999002675109132</c:v>
              </c:pt>
              <c:pt idx="11">
                <c:v>0.9998793343122263</c:v>
              </c:pt>
              <c:pt idx="12">
                <c:v>0.9998564117011344</c:v>
              </c:pt>
              <c:pt idx="13">
                <c:v>0.999831500826864</c:v>
              </c:pt>
              <c:pt idx="14">
                <c:v>0.9998046029371875</c:v>
              </c:pt>
              <c:pt idx="15">
                <c:v>0.9997757193780792</c:v>
              </c:pt>
              <c:pt idx="16">
                <c:v>0.9997448515933474</c:v>
              </c:pt>
              <c:pt idx="17">
                <c:v>0.9997120011242365</c:v>
              </c:pt>
              <c:pt idx="18">
                <c:v>0.9996771696090057</c:v>
              </c:pt>
              <c:pt idx="19">
                <c:v>0.9996403587824829</c:v>
              </c:pt>
              <c:pt idx="20">
                <c:v>0.9996015704755928</c:v>
              </c:pt>
              <c:pt idx="21">
                <c:v>0.9995608066148569</c:v>
              </c:pt>
              <c:pt idx="22">
                <c:v>0.999518069221877</c:v>
              </c:pt>
              <c:pt idx="23">
                <c:v>0.9994733604127849</c:v>
              </c:pt>
              <c:pt idx="24">
                <c:v>0.9994266823976781</c:v>
              </c:pt>
              <c:pt idx="25">
                <c:v>0.999378037480024</c:v>
              </c:pt>
              <c:pt idx="26">
                <c:v>0.9993274280560459</c:v>
              </c:pt>
              <c:pt idx="27">
                <c:v>0.9992748566140871</c:v>
              </c:pt>
              <c:pt idx="28">
                <c:v>0.9992203257339474</c:v>
              </c:pt>
              <c:pt idx="29">
                <c:v>0.9991638380862086</c:v>
              </c:pt>
              <c:pt idx="30">
                <c:v>0.9991053964315258</c:v>
              </c:pt>
              <c:pt idx="31">
                <c:v>0.9990450036199087</c:v>
              </c:pt>
              <c:pt idx="32">
                <c:v>0.9989826625899783</c:v>
              </c:pt>
              <c:pt idx="33">
                <c:v>0.9989183763682045</c:v>
              </c:pt>
              <c:pt idx="34">
                <c:v>0.9988521480681244</c:v>
              </c:pt>
              <c:pt idx="35">
                <c:v>0.9987839808895435</c:v>
              </c:pt>
              <c:pt idx="36">
                <c:v>0.9987138781177161</c:v>
              </c:pt>
              <c:pt idx="37">
                <c:v>0.9986418431225116</c:v>
              </c:pt>
              <c:pt idx="38">
                <c:v>0.9985678793575614</c:v>
              </c:pt>
              <c:pt idx="39">
                <c:v>0.9984919903593887</c:v>
              </c:pt>
              <c:pt idx="40">
                <c:v>0.9984141797465257</c:v>
              </c:pt>
              <c:pt idx="41">
                <c:v>0.9983344512186134</c:v>
              </c:pt>
              <c:pt idx="42">
                <c:v>0.9982528085554844</c:v>
              </c:pt>
              <c:pt idx="43">
                <c:v>0.9981692556162357</c:v>
              </c:pt>
              <c:pt idx="44">
                <c:v>0.998083796338285</c:v>
              </c:pt>
              <c:pt idx="45">
                <c:v>0.9979964347364153</c:v>
              </c:pt>
              <c:pt idx="46">
                <c:v>0.9979071749018061</c:v>
              </c:pt>
              <c:pt idx="47">
                <c:v>0.9978160210010509</c:v>
              </c:pt>
              <c:pt idx="48">
                <c:v>0.9977229772751686</c:v>
              </c:pt>
              <c:pt idx="49">
                <c:v>0.9976280480385971</c:v>
              </c:pt>
              <c:pt idx="50">
                <c:v>0.9975312376781825</c:v>
              </c:pt>
              <c:pt idx="51">
                <c:v>0.997432550652154</c:v>
              </c:pt>
              <c:pt idx="52">
                <c:v>0.997331991489093</c:v>
              </c:pt>
              <c:pt idx="53">
                <c:v>0.9972295647868924</c:v>
              </c:pt>
              <c:pt idx="54">
                <c:v>0.9971252752117061</c:v>
              </c:pt>
              <c:pt idx="55">
                <c:v>0.997019127496893</c:v>
              </c:pt>
              <c:pt idx="56">
                <c:v>0.9969111264419542</c:v>
              </c:pt>
              <c:pt idx="57">
                <c:v>0.9968012769114619</c:v>
              </c:pt>
              <c:pt idx="58">
                <c:v>0.9966895838339831</c:v>
              </c:pt>
              <c:pt idx="59">
                <c:v>0.9965760522009998</c:v>
              </c:pt>
              <c:pt idx="60">
                <c:v>0.9964606870658202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.5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F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0.5"/>
        <c:majorUnit val="0.1"/>
      </c:valAx>
      <c:valAx>
        <c:axId val="48650112"/>
        <c:scaling>
          <c:orientation val="minMax"/>
          <c:max val="18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6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同一载波中心，不同初始宽度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σ=4a</c:v>
          </c:tx>
          <c:spPr>
            <a:ln xmlns:a="http://schemas.openxmlformats.org/drawingml/2006/main" w="28575">
              <a:solidFill>
                <a:srgbClr val="246B9A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6</c:v>
              </c:pt>
              <c:pt idx="2">
                <c:v>12</c:v>
              </c:pt>
              <c:pt idx="3">
                <c:v>18</c:v>
              </c:pt>
              <c:pt idx="4">
                <c:v>24</c:v>
              </c:pt>
              <c:pt idx="5">
                <c:v>30</c:v>
              </c:pt>
              <c:pt idx="6">
                <c:v>36</c:v>
              </c:pt>
              <c:pt idx="7">
                <c:v>42</c:v>
              </c:pt>
              <c:pt idx="8">
                <c:v>48</c:v>
              </c:pt>
              <c:pt idx="9">
                <c:v>54</c:v>
              </c:pt>
              <c:pt idx="10">
                <c:v>60</c:v>
              </c:pt>
              <c:pt idx="11">
                <c:v>66</c:v>
              </c:pt>
              <c:pt idx="12">
                <c:v>72</c:v>
              </c:pt>
              <c:pt idx="13">
                <c:v>78</c:v>
              </c:pt>
              <c:pt idx="14">
                <c:v>84</c:v>
              </c:pt>
              <c:pt idx="15">
                <c:v>90</c:v>
              </c:pt>
              <c:pt idx="16">
                <c:v>96</c:v>
              </c:pt>
              <c:pt idx="17">
                <c:v>102</c:v>
              </c:pt>
              <c:pt idx="18">
                <c:v>108</c:v>
              </c:pt>
              <c:pt idx="19">
                <c:v>114</c:v>
              </c:pt>
              <c:pt idx="20">
                <c:v>120</c:v>
              </c:pt>
              <c:pt idx="21">
                <c:v>126</c:v>
              </c:pt>
              <c:pt idx="22">
                <c:v>132</c:v>
              </c:pt>
              <c:pt idx="23">
                <c:v>138</c:v>
              </c:pt>
              <c:pt idx="24">
                <c:v>144</c:v>
              </c:pt>
              <c:pt idx="25">
                <c:v>150</c:v>
              </c:pt>
              <c:pt idx="26">
                <c:v>156</c:v>
              </c:pt>
              <c:pt idx="27">
                <c:v>162</c:v>
              </c:pt>
              <c:pt idx="28">
                <c:v>168</c:v>
              </c:pt>
              <c:pt idx="29">
                <c:v>174</c:v>
              </c:pt>
              <c:pt idx="30">
                <c:v>180</c:v>
              </c:pt>
              <c:pt idx="31">
                <c:v>186</c:v>
              </c:pt>
              <c:pt idx="32">
                <c:v>192</c:v>
              </c:pt>
              <c:pt idx="33">
                <c:v>198</c:v>
              </c:pt>
              <c:pt idx="34">
                <c:v>204</c:v>
              </c:pt>
              <c:pt idx="35">
                <c:v>210</c:v>
              </c:pt>
              <c:pt idx="36">
                <c:v>216</c:v>
              </c:pt>
              <c:pt idx="37">
                <c:v>222</c:v>
              </c:pt>
              <c:pt idx="38">
                <c:v>228</c:v>
              </c:pt>
              <c:pt idx="39">
                <c:v>234</c:v>
              </c:pt>
              <c:pt idx="40">
                <c:v>240</c:v>
              </c:pt>
              <c:pt idx="41">
                <c:v>246</c:v>
              </c:pt>
              <c:pt idx="42">
                <c:v>252</c:v>
              </c:pt>
              <c:pt idx="43">
                <c:v>258</c:v>
              </c:pt>
              <c:pt idx="44">
                <c:v>264</c:v>
              </c:pt>
              <c:pt idx="45">
                <c:v>270</c:v>
              </c:pt>
              <c:pt idx="46">
                <c:v>276</c:v>
              </c:pt>
              <c:pt idx="47">
                <c:v>282</c:v>
              </c:pt>
              <c:pt idx="48">
                <c:v>288</c:v>
              </c:pt>
              <c:pt idx="49">
                <c:v>294</c:v>
              </c:pt>
              <c:pt idx="50">
                <c:v>300</c:v>
              </c:pt>
              <c:pt idx="51">
                <c:v>306</c:v>
              </c:pt>
              <c:pt idx="52">
                <c:v>312</c:v>
              </c:pt>
              <c:pt idx="53">
                <c:v>318</c:v>
              </c:pt>
              <c:pt idx="54">
                <c:v>324</c:v>
              </c:pt>
              <c:pt idx="55">
                <c:v>330</c:v>
              </c:pt>
              <c:pt idx="56">
                <c:v>336</c:v>
              </c:pt>
              <c:pt idx="57">
                <c:v>342</c:v>
              </c:pt>
              <c:pt idx="58">
                <c:v>348</c:v>
              </c:pt>
              <c:pt idx="59">
                <c:v>354</c:v>
              </c:pt>
              <c:pt idx="60">
                <c:v>360</c:v>
              </c:pt>
            </c:numLit>
          </c:xVal>
          <c:yVal>
            <c:numLit>
              <c:formatCode>0.00</c:formatCode>
              <c:ptCount val="61"/>
              <c:pt idx="0">
                <c:v>1</c:v>
              </c:pt>
              <c:pt idx="1">
                <c:v>0.9999549412202737</c:v>
              </c:pt>
              <c:pt idx="2">
                <c:v>0.9998198660047518</c:v>
              </c:pt>
              <c:pt idx="3">
                <c:v>0.9995950764862345</c:v>
              </c:pt>
              <c:pt idx="4">
                <c:v>0.9992810721322198</c:v>
              </c:pt>
              <c:pt idx="5">
                <c:v>0.9988785437518164</c:v>
              </c:pt>
              <c:pt idx="6">
                <c:v>0.9983883653714842</c:v>
              </c:pt>
              <c:pt idx="7">
                <c:v>0.9978115842251373</c:v>
              </c:pt>
              <c:pt idx="8">
                <c:v>0.9971494091475426</c:v>
              </c:pt>
              <c:pt idx="9">
                <c:v>0.996403197687295</c:v>
              </c:pt>
              <c:pt idx="10">
                <c:v>0.9955744422670363</c:v>
              </c:pt>
              <c:pt idx="11">
                <c:v>0.9946647557152455</c:v>
              </c:pt>
              <c:pt idx="12">
                <c:v>0.9936758564781132</c:v>
              </c:pt>
              <c:pt idx="13">
                <c:v>0.9926095537943866</c:v>
              </c:pt>
              <c:pt idx="14">
                <c:v>0.9914677330835959</c:v>
              </c:pt>
              <c:pt idx="15">
                <c:v>0.9902523417614528</c:v>
              </c:pt>
              <c:pt idx="16">
                <c:v>0.9889653756580395</c:v>
              </c:pt>
              <c:pt idx="17">
                <c:v>0.9876088661766036</c:v>
              </c:pt>
              <c:pt idx="18">
                <c:v>0.9861848682949738</c:v>
              </c:pt>
              <c:pt idx="19">
                <c:v>0.9846954494789377</c:v>
              </c:pt>
              <c:pt idx="20">
                <c:v>0.9831426795479294</c:v>
              </c:pt>
              <c:pt idx="21">
                <c:v>0.9815286215085398</c:v>
              </c:pt>
              <c:pt idx="22">
                <c:v>0.9798553233506037</c:v>
              </c:pt>
              <c:pt idx="23">
                <c:v>0.978124810783867</c:v>
              </c:pt>
              <c:pt idx="24">
                <c:v>0.976339080880126</c:v>
              </c:pt>
              <c:pt idx="25">
                <c:v>0.9745000965759619</c:v>
              </c:pt>
              <c:pt idx="26">
                <c:v>0.9726097819842803</c:v>
              </c:pt>
              <c:pt idx="27">
                <c:v>0.970670018458401</c:v>
              </c:pt>
              <c:pt idx="28">
                <c:v>0.9686826413500523</c:v>
              </c:pt>
              <c:pt idx="29">
                <c:v>0.9666494374018608</c:v>
              </c:pt>
              <c:pt idx="30">
                <c:v>0.9645721427154997</c:v>
              </c:pt>
              <c:pt idx="31">
                <c:v>0.9624524412382525</c:v>
              </c:pt>
              <c:pt idx="32">
                <c:v>0.9602919637130509</c:v>
              </c:pt>
              <c:pt idx="33">
                <c:v>0.9580922870399533</c:v>
              </c:pt>
              <c:pt idx="34">
                <c:v>0.9558549340002199</c:v>
              </c:pt>
              <c:pt idx="35">
                <c:v>0.9535813732975881</c:v>
              </c:pt>
              <c:pt idx="36">
                <c:v>0.9512730198748476</c:v>
              </c:pt>
              <c:pt idx="37">
                <c:v>0.9489312354673551</c:v>
              </c:pt>
              <c:pt idx="38">
                <c:v>0.9465573293585391</c:v>
              </c:pt>
              <c:pt idx="39">
                <c:v>0.9441525593057882</c:v>
              </c:pt>
              <c:pt idx="40">
                <c:v>0.941718132608263</c:v>
              </c:pt>
              <c:pt idx="41">
                <c:v>0.9392552072911513</c:v>
              </c:pt>
              <c:pt idx="42">
                <c:v>0.9367648933836659</c:v>
              </c:pt>
              <c:pt idx="43">
                <c:v>0.9342482542706608</c:v>
              </c:pt>
              <c:pt idx="44">
                <c:v>0.9317063081001093</c:v>
              </c:pt>
              <c:pt idx="45">
                <c:v>0.929140029230855</c:v>
              </c:pt>
              <c:pt idx="46">
                <c:v>0.9265503497070272</c:v>
              </c:pt>
              <c:pt idx="47">
                <c:v>0.9239381607472948</c:v>
              </c:pt>
              <c:pt idx="48">
                <c:v>0.9213043142387424</c:v>
              </c:pt>
              <c:pt idx="49">
                <c:v>0.9186496242266127</c:v>
              </c:pt>
              <c:pt idx="50">
                <c:v>0.9159748683924398</c:v>
              </c:pt>
              <c:pt idx="51">
                <c:v>0.9132807895142661</c:v>
              </c:pt>
              <c:pt idx="52">
                <c:v>0.9105680969036579</c:v>
              </c:pt>
              <c:pt idx="53">
                <c:v>0.9078374678151367</c:v>
              </c:pt>
              <c:pt idx="54">
                <c:v>0.9050895488244546</c:v>
              </c:pt>
              <c:pt idx="55">
                <c:v>0.9023249571728429</c:v>
              </c:pt>
              <c:pt idx="56">
                <c:v>0.8995442820749793</c:v>
              </c:pt>
              <c:pt idx="57">
                <c:v>0.8967480859889567</c:v>
              </c:pt>
              <c:pt idx="58">
                <c:v>0.8939369058470098</c:v>
              </c:pt>
              <c:pt idx="59">
                <c:v>0.8911112542461546</c:v>
              </c:pt>
              <c:pt idx="60">
                <c:v>0.8882716205982519</c:v>
              </c:pt>
            </c:numLit>
          </c:yVal>
        </c:ser>
        <c:ser>
          <c:idx val="1"/>
          <c:order val="1"/>
          <c:tx>
            <c:v>σ=6a</c:v>
          </c:tx>
          <c:spPr>
            <a:ln xmlns:a="http://schemas.openxmlformats.org/drawingml/2006/main" w="28575">
              <a:solidFill>
                <a:srgbClr val="C95F42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6</c:v>
              </c:pt>
              <c:pt idx="2">
                <c:v>12</c:v>
              </c:pt>
              <c:pt idx="3">
                <c:v>18</c:v>
              </c:pt>
              <c:pt idx="4">
                <c:v>24</c:v>
              </c:pt>
              <c:pt idx="5">
                <c:v>30</c:v>
              </c:pt>
              <c:pt idx="6">
                <c:v>36</c:v>
              </c:pt>
              <c:pt idx="7">
                <c:v>42</c:v>
              </c:pt>
              <c:pt idx="8">
                <c:v>48</c:v>
              </c:pt>
              <c:pt idx="9">
                <c:v>54</c:v>
              </c:pt>
              <c:pt idx="10">
                <c:v>60</c:v>
              </c:pt>
              <c:pt idx="11">
                <c:v>66</c:v>
              </c:pt>
              <c:pt idx="12">
                <c:v>72</c:v>
              </c:pt>
              <c:pt idx="13">
                <c:v>78</c:v>
              </c:pt>
              <c:pt idx="14">
                <c:v>84</c:v>
              </c:pt>
              <c:pt idx="15">
                <c:v>90</c:v>
              </c:pt>
              <c:pt idx="16">
                <c:v>96</c:v>
              </c:pt>
              <c:pt idx="17">
                <c:v>102</c:v>
              </c:pt>
              <c:pt idx="18">
                <c:v>108</c:v>
              </c:pt>
              <c:pt idx="19">
                <c:v>114</c:v>
              </c:pt>
              <c:pt idx="20">
                <c:v>120</c:v>
              </c:pt>
              <c:pt idx="21">
                <c:v>126</c:v>
              </c:pt>
              <c:pt idx="22">
                <c:v>132</c:v>
              </c:pt>
              <c:pt idx="23">
                <c:v>138</c:v>
              </c:pt>
              <c:pt idx="24">
                <c:v>144</c:v>
              </c:pt>
              <c:pt idx="25">
                <c:v>150</c:v>
              </c:pt>
              <c:pt idx="26">
                <c:v>156</c:v>
              </c:pt>
              <c:pt idx="27">
                <c:v>162</c:v>
              </c:pt>
              <c:pt idx="28">
                <c:v>168</c:v>
              </c:pt>
              <c:pt idx="29">
                <c:v>174</c:v>
              </c:pt>
              <c:pt idx="30">
                <c:v>180</c:v>
              </c:pt>
              <c:pt idx="31">
                <c:v>186</c:v>
              </c:pt>
              <c:pt idx="32">
                <c:v>192</c:v>
              </c:pt>
              <c:pt idx="33">
                <c:v>198</c:v>
              </c:pt>
              <c:pt idx="34">
                <c:v>204</c:v>
              </c:pt>
              <c:pt idx="35">
                <c:v>210</c:v>
              </c:pt>
              <c:pt idx="36">
                <c:v>216</c:v>
              </c:pt>
              <c:pt idx="37">
                <c:v>222</c:v>
              </c:pt>
              <c:pt idx="38">
                <c:v>228</c:v>
              </c:pt>
              <c:pt idx="39">
                <c:v>234</c:v>
              </c:pt>
              <c:pt idx="40">
                <c:v>240</c:v>
              </c:pt>
              <c:pt idx="41">
                <c:v>246</c:v>
              </c:pt>
              <c:pt idx="42">
                <c:v>252</c:v>
              </c:pt>
              <c:pt idx="43">
                <c:v>258</c:v>
              </c:pt>
              <c:pt idx="44">
                <c:v>264</c:v>
              </c:pt>
              <c:pt idx="45">
                <c:v>270</c:v>
              </c:pt>
              <c:pt idx="46">
                <c:v>276</c:v>
              </c:pt>
              <c:pt idx="47">
                <c:v>282</c:v>
              </c:pt>
              <c:pt idx="48">
                <c:v>288</c:v>
              </c:pt>
              <c:pt idx="49">
                <c:v>294</c:v>
              </c:pt>
              <c:pt idx="50">
                <c:v>300</c:v>
              </c:pt>
              <c:pt idx="51">
                <c:v>306</c:v>
              </c:pt>
              <c:pt idx="52">
                <c:v>312</c:v>
              </c:pt>
              <c:pt idx="53">
                <c:v>318</c:v>
              </c:pt>
              <c:pt idx="54">
                <c:v>324</c:v>
              </c:pt>
              <c:pt idx="55">
                <c:v>330</c:v>
              </c:pt>
              <c:pt idx="56">
                <c:v>336</c:v>
              </c:pt>
              <c:pt idx="57">
                <c:v>342</c:v>
              </c:pt>
              <c:pt idx="58">
                <c:v>348</c:v>
              </c:pt>
              <c:pt idx="59">
                <c:v>354</c:v>
              </c:pt>
              <c:pt idx="60">
                <c:v>360</c:v>
              </c:pt>
            </c:numLit>
          </c:xVal>
          <c:yVal>
            <c:numLit>
              <c:formatCode>0.00</c:formatCode>
              <c:ptCount val="61"/>
              <c:pt idx="0">
                <c:v>1.0000000000000009</c:v>
              </c:pt>
              <c:pt idx="1">
                <c:v>0.9999960090931747</c:v>
              </c:pt>
              <c:pt idx="2">
                <c:v>0.9999840371769533</c:v>
              </c:pt>
              <c:pt idx="3">
                <c:v>0.9999640866632161</c:v>
              </c:pt>
              <c:pt idx="4">
                <c:v>0.9999361615687768</c:v>
              </c:pt>
              <c:pt idx="5">
                <c:v>0.9999002675109139</c:v>
              </c:pt>
              <c:pt idx="6">
                <c:v>0.999856411701135</c:v>
              </c:pt>
              <c:pt idx="7">
                <c:v>0.999804602937188</c:v>
              </c:pt>
              <c:pt idx="8">
                <c:v>0.9997448515933482</c:v>
              </c:pt>
              <c:pt idx="9">
                <c:v>0.9996771696090065</c:v>
              </c:pt>
              <c:pt idx="10">
                <c:v>0.9996015704755935</c:v>
              </c:pt>
              <c:pt idx="11">
                <c:v>0.999518069221877</c:v>
              </c:pt>
              <c:pt idx="12">
                <c:v>0.999426682397679</c:v>
              </c:pt>
              <c:pt idx="13">
                <c:v>0.9993274280560468</c:v>
              </c:pt>
              <c:pt idx="14">
                <c:v>0.9992203257339487</c:v>
              </c:pt>
              <c:pt idx="15">
                <c:v>0.9991053964315263</c:v>
              </c:pt>
              <c:pt idx="16">
                <c:v>0.9989826625899789</c:v>
              </c:pt>
              <c:pt idx="17">
                <c:v>0.9988521480681253</c:v>
              </c:pt>
              <c:pt idx="18">
                <c:v>0.998713878117717</c:v>
              </c:pt>
              <c:pt idx="19">
                <c:v>0.9985678793575623</c:v>
              </c:pt>
              <c:pt idx="20">
                <c:v>0.9984141797465266</c:v>
              </c:pt>
              <c:pt idx="21">
                <c:v>0.9982528085554848</c:v>
              </c:pt>
              <c:pt idx="22">
                <c:v>0.9980837963382859</c:v>
              </c:pt>
              <c:pt idx="23">
                <c:v>0.9979071749018068</c:v>
              </c:pt>
              <c:pt idx="24">
                <c:v>0.9977229772751695</c:v>
              </c:pt>
              <c:pt idx="25">
                <c:v>0.997531237678183</c:v>
              </c:pt>
              <c:pt idx="26">
                <c:v>0.9973319914890939</c:v>
              </c:pt>
              <c:pt idx="27">
                <c:v>0.997125275211707</c:v>
              </c:pt>
              <c:pt idx="28">
                <c:v>0.9969111264419551</c:v>
              </c:pt>
              <c:pt idx="29">
                <c:v>0.996689583833984</c:v>
              </c:pt>
              <c:pt idx="30">
                <c:v>0.9964606870658214</c:v>
              </c:pt>
              <c:pt idx="31">
                <c:v>0.9962244768047</c:v>
              </c:pt>
              <c:pt idx="32">
                <c:v>0.9959809946721034</c:v>
              </c:pt>
              <c:pt idx="33">
                <c:v>0.9957302832085924</c:v>
              </c:pt>
              <c:pt idx="34">
                <c:v>0.995472385838483</c:v>
              </c:pt>
              <c:pt idx="35">
                <c:v>0.995207346834436</c:v>
              </c:pt>
              <c:pt idx="36">
                <c:v>0.9949352112820102</c:v>
              </c:pt>
              <c:pt idx="37">
                <c:v>0.9946560250442481</c:v>
              </c:pt>
              <c:pt idx="38">
                <c:v>0.994369834726339</c:v>
              </c:pt>
              <c:pt idx="39">
                <c:v>0.994076687640416</c:v>
              </c:pt>
              <c:pt idx="40">
                <c:v>0.9937766317705407</c:v>
              </c:pt>
              <c:pt idx="41">
                <c:v>0.9934697157379128</c:v>
              </c:pt>
              <c:pt idx="42">
                <c:v>0.9931559887663632</c:v>
              </c:pt>
              <c:pt idx="43">
                <c:v>0.9928355006481611</c:v>
              </c:pt>
              <c:pt idx="44">
                <c:v>0.9925083017101817</c:v>
              </c:pt>
              <c:pt idx="45">
                <c:v>0.9921744427804753</c:v>
              </c:pt>
              <c:pt idx="46">
                <c:v>0.9918339751552586</c:v>
              </c:pt>
              <c:pt idx="47">
                <c:v>0.9914869505663817</c:v>
              </c:pt>
              <c:pt idx="48">
                <c:v>0.9911334211492805</c:v>
              </c:pt>
              <c:pt idx="49">
                <c:v>0.9907734394114569</c:v>
              </c:pt>
              <c:pt idx="50">
                <c:v>0.9904070582015048</c:v>
              </c:pt>
              <c:pt idx="51">
                <c:v>0.990034330678704</c:v>
              </c:pt>
              <c:pt idx="52">
                <c:v>0.9896553102832114</c:v>
              </c:pt>
              <c:pt idx="53">
                <c:v>0.9892700507068585</c:v>
              </c:pt>
              <c:pt idx="54">
                <c:v>0.9888786058645733</c:v>
              </c:pt>
              <c:pt idx="55">
                <c:v>0.9884810298664475</c:v>
              </c:pt>
              <c:pt idx="56">
                <c:v>0.9880773769904554</c:v>
              </c:pt>
              <c:pt idx="57">
                <c:v>0.987667701655836</c:v>
              </c:pt>
              <c:pt idx="58">
                <c:v>0.9872520583971489</c:v>
              </c:pt>
              <c:pt idx="59">
                <c:v>0.9868305018390102</c:v>
              </c:pt>
              <c:pt idx="60">
                <c:v>0.9864030866715133</c:v>
              </c:pt>
            </c:numLit>
          </c:yVal>
        </c:ser>
        <c:ser>
          <c:idx val="2"/>
          <c:order val="2"/>
          <c:tx>
            <c:v>σ=8a</c:v>
          </c:tx>
          <c:spPr>
            <a:ln xmlns:a="http://schemas.openxmlformats.org/drawingml/2006/main" w="28575">
              <a:solidFill>
                <a:srgbClr val="27816E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6</c:v>
              </c:pt>
              <c:pt idx="2">
                <c:v>12</c:v>
              </c:pt>
              <c:pt idx="3">
                <c:v>18</c:v>
              </c:pt>
              <c:pt idx="4">
                <c:v>24</c:v>
              </c:pt>
              <c:pt idx="5">
                <c:v>30</c:v>
              </c:pt>
              <c:pt idx="6">
                <c:v>36</c:v>
              </c:pt>
              <c:pt idx="7">
                <c:v>42</c:v>
              </c:pt>
              <c:pt idx="8">
                <c:v>48</c:v>
              </c:pt>
              <c:pt idx="9">
                <c:v>54</c:v>
              </c:pt>
              <c:pt idx="10">
                <c:v>60</c:v>
              </c:pt>
              <c:pt idx="11">
                <c:v>66</c:v>
              </c:pt>
              <c:pt idx="12">
                <c:v>72</c:v>
              </c:pt>
              <c:pt idx="13">
                <c:v>78</c:v>
              </c:pt>
              <c:pt idx="14">
                <c:v>84</c:v>
              </c:pt>
              <c:pt idx="15">
                <c:v>90</c:v>
              </c:pt>
              <c:pt idx="16">
                <c:v>96</c:v>
              </c:pt>
              <c:pt idx="17">
                <c:v>102</c:v>
              </c:pt>
              <c:pt idx="18">
                <c:v>108</c:v>
              </c:pt>
              <c:pt idx="19">
                <c:v>114</c:v>
              </c:pt>
              <c:pt idx="20">
                <c:v>120</c:v>
              </c:pt>
              <c:pt idx="21">
                <c:v>126</c:v>
              </c:pt>
              <c:pt idx="22">
                <c:v>132</c:v>
              </c:pt>
              <c:pt idx="23">
                <c:v>138</c:v>
              </c:pt>
              <c:pt idx="24">
                <c:v>144</c:v>
              </c:pt>
              <c:pt idx="25">
                <c:v>150</c:v>
              </c:pt>
              <c:pt idx="26">
                <c:v>156</c:v>
              </c:pt>
              <c:pt idx="27">
                <c:v>162</c:v>
              </c:pt>
              <c:pt idx="28">
                <c:v>168</c:v>
              </c:pt>
              <c:pt idx="29">
                <c:v>174</c:v>
              </c:pt>
              <c:pt idx="30">
                <c:v>180</c:v>
              </c:pt>
              <c:pt idx="31">
                <c:v>186</c:v>
              </c:pt>
              <c:pt idx="32">
                <c:v>192</c:v>
              </c:pt>
              <c:pt idx="33">
                <c:v>198</c:v>
              </c:pt>
              <c:pt idx="34">
                <c:v>204</c:v>
              </c:pt>
              <c:pt idx="35">
                <c:v>210</c:v>
              </c:pt>
              <c:pt idx="36">
                <c:v>216</c:v>
              </c:pt>
              <c:pt idx="37">
                <c:v>222</c:v>
              </c:pt>
              <c:pt idx="38">
                <c:v>228</c:v>
              </c:pt>
              <c:pt idx="39">
                <c:v>234</c:v>
              </c:pt>
              <c:pt idx="40">
                <c:v>240</c:v>
              </c:pt>
              <c:pt idx="41">
                <c:v>246</c:v>
              </c:pt>
              <c:pt idx="42">
                <c:v>252</c:v>
              </c:pt>
              <c:pt idx="43">
                <c:v>258</c:v>
              </c:pt>
              <c:pt idx="44">
                <c:v>264</c:v>
              </c:pt>
              <c:pt idx="45">
                <c:v>270</c:v>
              </c:pt>
              <c:pt idx="46">
                <c:v>276</c:v>
              </c:pt>
              <c:pt idx="47">
                <c:v>282</c:v>
              </c:pt>
              <c:pt idx="48">
                <c:v>288</c:v>
              </c:pt>
              <c:pt idx="49">
                <c:v>294</c:v>
              </c:pt>
              <c:pt idx="50">
                <c:v>300</c:v>
              </c:pt>
              <c:pt idx="51">
                <c:v>306</c:v>
              </c:pt>
              <c:pt idx="52">
                <c:v>312</c:v>
              </c:pt>
              <c:pt idx="53">
                <c:v>318</c:v>
              </c:pt>
              <c:pt idx="54">
                <c:v>324</c:v>
              </c:pt>
              <c:pt idx="55">
                <c:v>330</c:v>
              </c:pt>
              <c:pt idx="56">
                <c:v>336</c:v>
              </c:pt>
              <c:pt idx="57">
                <c:v>342</c:v>
              </c:pt>
              <c:pt idx="58">
                <c:v>348</c:v>
              </c:pt>
              <c:pt idx="59">
                <c:v>354</c:v>
              </c:pt>
              <c:pt idx="60">
                <c:v>360</c:v>
              </c:pt>
            </c:numLit>
          </c:xVal>
          <c:yVal>
            <c:numLit>
              <c:formatCode>0.00</c:formatCode>
              <c:ptCount val="61"/>
              <c:pt idx="0">
                <c:v>1.0000000000000009</c:v>
              </c:pt>
              <c:pt idx="1">
                <c:v>0.9999992875343832</c:v>
              </c:pt>
              <c:pt idx="2">
                <c:v>0.9999971501632756</c:v>
              </c:pt>
              <c:pt idx="3">
                <c:v>0.9999935879639078</c:v>
              </c:pt>
              <c:pt idx="4">
                <c:v>0.9999886010649787</c:v>
              </c:pt>
              <c:pt idx="5">
                <c:v>0.999982189646632</c:v>
              </c:pt>
              <c:pt idx="6">
                <c:v>0.9999743539404169</c:v>
              </c:pt>
              <c:pt idx="7">
                <c:v>0.9999650942292451</c:v>
              </c:pt>
              <c:pt idx="8">
                <c:v>0.9999544108473322</c:v>
              </c:pt>
              <c:pt idx="9">
                <c:v>0.9999423041801313</c:v>
              </c:pt>
              <c:pt idx="10">
                <c:v>0.9999287746642564</c:v>
              </c:pt>
              <c:pt idx="11">
                <c:v>0.9999138227873939</c:v>
              </c:pt>
              <c:pt idx="12">
                <c:v>0.9998974490882062</c:v>
              </c:pt>
              <c:pt idx="13">
                <c:v>0.9998796541562249</c:v>
              </c:pt>
              <c:pt idx="14">
                <c:v>0.9998604386317315</c:v>
              </c:pt>
              <c:pt idx="15">
                <c:v>0.9998398032056325</c:v>
              </c:pt>
              <c:pt idx="16">
                <c:v>0.9998177486193206</c:v>
              </c:pt>
              <c:pt idx="17">
                <c:v>0.9997942756645276</c:v>
              </c:pt>
              <c:pt idx="18">
                <c:v>0.9997693851831692</c:v>
              </c:pt>
              <c:pt idx="19">
                <c:v>0.9997430780671763</c:v>
              </c:pt>
              <c:pt idx="20">
                <c:v>0.9997153552583224</c:v>
              </c:pt>
              <c:pt idx="21">
                <c:v>0.9996862177480352</c:v>
              </c:pt>
              <c:pt idx="22">
                <c:v>0.9996556665772043</c:v>
              </c:pt>
              <c:pt idx="23">
                <c:v>0.999623702835975</c:v>
              </c:pt>
              <c:pt idx="24">
                <c:v>0.9995903276635372</c:v>
              </c:pt>
              <c:pt idx="25">
                <c:v>0.9995555422479036</c:v>
              </c:pt>
              <c:pt idx="26">
                <c:v>0.9995193478256756</c:v>
              </c:pt>
              <c:pt idx="27">
                <c:v>0.9994817456818069</c:v>
              </c:pt>
              <c:pt idx="28">
                <c:v>0.9994427371493545</c:v>
              </c:pt>
              <c:pt idx="29">
                <c:v>0.999402323609219</c:v>
              </c:pt>
              <c:pt idx="30">
                <c:v>0.9993605064898828</c:v>
              </c:pt>
              <c:pt idx="31">
                <c:v>0.9993172872671342</c:v>
              </c:pt>
              <c:pt idx="32">
                <c:v>0.9992726674637852</c:v>
              </c:pt>
              <c:pt idx="33">
                <c:v>0.9992266486493832</c:v>
              </c:pt>
              <c:pt idx="34">
                <c:v>0.9991792324399121</c:v>
              </c:pt>
              <c:pt idx="35">
                <c:v>0.9991304204974863</c:v>
              </c:pt>
              <c:pt idx="36">
                <c:v>0.9990802145300407</c:v>
              </c:pt>
              <c:pt idx="37">
                <c:v>0.9990286162910045</c:v>
              </c:pt>
              <c:pt idx="38">
                <c:v>0.99897562757898</c:v>
              </c:pt>
              <c:pt idx="39">
                <c:v>0.998921250237403</c:v>
              </c:pt>
              <c:pt idx="40">
                <c:v>0.9988654861542025</c:v>
              </c:pt>
              <c:pt idx="41">
                <c:v>0.9988083372614531</c:v>
              </c:pt>
              <c:pt idx="42">
                <c:v>0.9987498055350178</c:v>
              </c:pt>
              <c:pt idx="43">
                <c:v>0.9986898929941875</c:v>
              </c:pt>
              <c:pt idx="44">
                <c:v>0.9986286017013145</c:v>
              </c:pt>
              <c:pt idx="45">
                <c:v>0.9985659337614345</c:v>
              </c:pt>
              <c:pt idx="46">
                <c:v>0.9985018913218899</c:v>
              </c:pt>
              <c:pt idx="47">
                <c:v>0.9984364765719429</c:v>
              </c:pt>
              <c:pt idx="48">
                <c:v>0.9983696917423838</c:v>
              </c:pt>
              <c:pt idx="49">
                <c:v>0.9983015391051335</c:v>
              </c:pt>
              <c:pt idx="50">
                <c:v>0.9982320209728432</c:v>
              </c:pt>
              <c:pt idx="51">
                <c:v>0.9981611396984854</c:v>
              </c:pt>
              <c:pt idx="52">
                <c:v>0.9980888976749424</c:v>
              </c:pt>
              <c:pt idx="53">
                <c:v>0.9980152973345896</c:v>
              </c:pt>
              <c:pt idx="54">
                <c:v>0.9979403411488728</c:v>
              </c:pt>
              <c:pt idx="55">
                <c:v>0.997864031627884</c:v>
              </c:pt>
              <c:pt idx="56">
                <c:v>0.9977863713199303</c:v>
              </c:pt>
              <c:pt idx="57">
                <c:v>0.9977073628110997</c:v>
              </c:pt>
              <c:pt idx="58">
                <c:v>0.9976270087248235</c:v>
              </c:pt>
              <c:pt idx="59">
                <c:v>0.9975453117214339</c:v>
              </c:pt>
              <c:pt idx="60">
                <c:v>0.9974622744977198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.88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F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0.88"/>
        <c:majorUnit val="0.04"/>
      </c:valAx>
      <c:valAx>
        <c:axId val="48650112"/>
        <c:scaling>
          <c:orientation val="minMax"/>
          <c:max val="3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1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y 方向宽度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η=1</c:v>
          </c:tx>
          <c:spPr>
            <a:ln xmlns:a="http://schemas.openxmlformats.org/drawingml/2006/main" w="28575">
              <a:solidFill>
                <a:srgbClr val="246B9A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3</c:v>
              </c:pt>
              <c:pt idx="2">
                <c:v>6</c:v>
              </c:pt>
              <c:pt idx="3">
                <c:v>9</c:v>
              </c:pt>
              <c:pt idx="4">
                <c:v>12</c:v>
              </c:pt>
              <c:pt idx="5">
                <c:v>15</c:v>
              </c:pt>
              <c:pt idx="6">
                <c:v>18</c:v>
              </c:pt>
              <c:pt idx="7">
                <c:v>21</c:v>
              </c:pt>
              <c:pt idx="8">
                <c:v>24</c:v>
              </c:pt>
              <c:pt idx="9">
                <c:v>27</c:v>
              </c:pt>
              <c:pt idx="10">
                <c:v>30</c:v>
              </c:pt>
              <c:pt idx="11">
                <c:v>33</c:v>
              </c:pt>
              <c:pt idx="12">
                <c:v>36</c:v>
              </c:pt>
              <c:pt idx="13">
                <c:v>39</c:v>
              </c:pt>
              <c:pt idx="14">
                <c:v>42</c:v>
              </c:pt>
              <c:pt idx="15">
                <c:v>45</c:v>
              </c:pt>
              <c:pt idx="16">
                <c:v>48</c:v>
              </c:pt>
              <c:pt idx="17">
                <c:v>51</c:v>
              </c:pt>
              <c:pt idx="18">
                <c:v>54</c:v>
              </c:pt>
              <c:pt idx="19">
                <c:v>57</c:v>
              </c:pt>
              <c:pt idx="20">
                <c:v>60</c:v>
              </c:pt>
              <c:pt idx="21">
                <c:v>63</c:v>
              </c:pt>
              <c:pt idx="22">
                <c:v>66</c:v>
              </c:pt>
              <c:pt idx="23">
                <c:v>69</c:v>
              </c:pt>
              <c:pt idx="24">
                <c:v>72</c:v>
              </c:pt>
              <c:pt idx="25">
                <c:v>75</c:v>
              </c:pt>
              <c:pt idx="26">
                <c:v>78</c:v>
              </c:pt>
              <c:pt idx="27">
                <c:v>81</c:v>
              </c:pt>
              <c:pt idx="28">
                <c:v>84</c:v>
              </c:pt>
              <c:pt idx="29">
                <c:v>87</c:v>
              </c:pt>
              <c:pt idx="30">
                <c:v>90</c:v>
              </c:pt>
              <c:pt idx="31">
                <c:v>93</c:v>
              </c:pt>
              <c:pt idx="32">
                <c:v>96</c:v>
              </c:pt>
              <c:pt idx="33">
                <c:v>99</c:v>
              </c:pt>
              <c:pt idx="34">
                <c:v>102</c:v>
              </c:pt>
              <c:pt idx="35">
                <c:v>105</c:v>
              </c:pt>
              <c:pt idx="36">
                <c:v>108</c:v>
              </c:pt>
              <c:pt idx="37">
                <c:v>111</c:v>
              </c:pt>
              <c:pt idx="38">
                <c:v>114</c:v>
              </c:pt>
              <c:pt idx="39">
                <c:v>117</c:v>
              </c:pt>
              <c:pt idx="40">
                <c:v>120</c:v>
              </c:pt>
              <c:pt idx="41">
                <c:v>123</c:v>
              </c:pt>
              <c:pt idx="42">
                <c:v>126</c:v>
              </c:pt>
              <c:pt idx="43">
                <c:v>129</c:v>
              </c:pt>
              <c:pt idx="44">
                <c:v>132</c:v>
              </c:pt>
              <c:pt idx="45">
                <c:v>135</c:v>
              </c:pt>
              <c:pt idx="46">
                <c:v>138</c:v>
              </c:pt>
              <c:pt idx="47">
                <c:v>141</c:v>
              </c:pt>
              <c:pt idx="48">
                <c:v>144</c:v>
              </c:pt>
              <c:pt idx="49">
                <c:v>147</c:v>
              </c:pt>
              <c:pt idx="50">
                <c:v>150</c:v>
              </c:pt>
              <c:pt idx="51">
                <c:v>153</c:v>
              </c:pt>
              <c:pt idx="52">
                <c:v>156</c:v>
              </c:pt>
              <c:pt idx="53">
                <c:v>159</c:v>
              </c:pt>
              <c:pt idx="54">
                <c:v>162</c:v>
              </c:pt>
              <c:pt idx="55">
                <c:v>165</c:v>
              </c:pt>
              <c:pt idx="56">
                <c:v>168</c:v>
              </c:pt>
              <c:pt idx="57">
                <c:v>171</c:v>
              </c:pt>
              <c:pt idx="58">
                <c:v>174</c:v>
              </c:pt>
              <c:pt idx="59">
                <c:v>177</c:v>
              </c:pt>
              <c:pt idx="60">
                <c:v>180</c:v>
              </c:pt>
            </c:numLit>
          </c:xVal>
          <c:yVal>
            <c:numLit>
              <c:formatCode>0.0</c:formatCode>
              <c:ptCount val="61"/>
              <c:pt idx="0">
                <c:v>6.000000000000001</c:v>
              </c:pt>
              <c:pt idx="1">
                <c:v>6.0030324159455715</c:v>
              </c:pt>
              <c:pt idx="2">
                <c:v>6.012120486781122</c:v>
              </c:pt>
              <c:pt idx="3">
                <c:v>6.027236819807223</c:v>
              </c:pt>
              <c:pt idx="4">
                <c:v>6.048336216703991</c:v>
              </c:pt>
              <c:pt idx="5">
                <c:v>6.075356341181399</c:v>
              </c:pt>
              <c:pt idx="6">
                <c:v>6.108218621509841</c:v>
              </c:pt>
              <c:pt idx="7">
                <c:v>6.146829358114047</c:v>
              </c:pt>
              <c:pt idx="8">
                <c:v>6.191081001018528</c:v>
              </c:pt>
              <c:pt idx="9">
                <c:v>6.240853558477321</c:v>
              </c:pt>
              <c:pt idx="10">
                <c:v>6.2960160966544665</c:v>
              </c:pt>
              <c:pt idx="11">
                <c:v>6.35642829064341</c:v>
              </c:pt>
              <c:pt idx="12">
                <c:v>6.421941989199083</c:v>
              </c:pt>
              <c:pt idx="13">
                <c:v>6.492402758992338</c:v>
              </c:pt>
              <c:pt idx="14">
                <c:v>6.5676513786201385</c:v>
              </c:pt>
              <c:pt idx="15">
                <c:v>6.647525257642675</c:v>
              </c:pt>
              <c:pt idx="16">
                <c:v>6.731859761216828</c:v>
              </c:pt>
              <c:pt idx="17">
                <c:v>6.820489426146037</c:v>
              </c:pt>
              <c:pt idx="18">
                <c:v>6.913249059120909</c:v>
              </c:pt>
              <c:pt idx="19">
                <c:v>7.009974712400113</c:v>
              </c:pt>
              <c:pt idx="20">
                <c:v>7.110504536059912</c:v>
              </c:pt>
              <c:pt idx="21">
                <c:v>7.214679509164265</c:v>
              </c:pt>
              <c:pt idx="22">
                <c:v>7.32234405476604</c:v>
              </c:pt>
              <c:pt idx="23">
                <c:v>7.433346545571991</c:v>
              </c:pt>
              <c:pt idx="24">
                <c:v>7.547539708444938</c:v>
              </c:pt>
              <c:pt idx="25">
                <c:v>7.664780936747369</c:v>
              </c:pt>
              <c:pt idx="26">
                <c:v>7.784932519931388</c:v>
              </c:pt>
              <c:pt idx="27">
                <c:v>7.907861799831312</c:v>
              </c:pt>
              <c:pt idx="28">
                <c:v>8.033441262893755</c:v>
              </c:pt>
              <c:pt idx="29">
                <c:v>8.161548577156378</c:v>
              </c:pt>
              <c:pt idx="30">
                <c:v>8.292066582221182</c:v>
              </c:pt>
              <c:pt idx="31">
                <c:v>8.424883239812996</c:v>
              </c:pt>
              <c:pt idx="32">
                <c:v>8.559891551810756</c:v>
              </c:pt>
              <c:pt idx="33">
                <c:v>8.69698945192111</c:v>
              </c:pt>
              <c:pt idx="34">
                <c:v>8.836079676456045</c:v>
              </c:pt>
              <c:pt idx="35">
                <c:v>8.97706961899699</c:v>
              </c:pt>
              <c:pt idx="36">
                <c:v>9.119871173089264</c:v>
              </c:pt>
              <c:pt idx="37">
                <c:v>9.264400566521125</c:v>
              </c:pt>
              <c:pt idx="38">
                <c:v>9.410578190204689</c:v>
              </c:pt>
              <c:pt idx="39">
                <c:v>9.558328424193316</c:v>
              </c:pt>
              <c:pt idx="40">
                <c:v>9.707579462941021</c:v>
              </c:pt>
              <c:pt idx="41">
                <c:v>9.858263141531236</c:v>
              </c:pt>
              <c:pt idx="42">
                <c:v>10.010314764272845</c:v>
              </c:pt>
              <c:pt idx="43">
                <c:v>10.163672936775923</c:v>
              </c:pt>
              <c:pt idx="44">
                <c:v>10.318279402374717</c:v>
              </c:pt>
              <c:pt idx="45">
                <c:v>10.474078883557054</c:v>
              </c:pt>
              <c:pt idx="46">
                <c:v>10.631018928882979</c:v>
              </c:pt>
              <c:pt idx="47">
                <c:v>10.789049765727608</c:v>
              </c:pt>
              <c:pt idx="48">
                <c:v>10.948124159060878</c:v>
              </c:pt>
              <c:pt idx="49">
                <c:v>11.108197276374984</c:v>
              </c:pt>
              <c:pt idx="50">
                <c:v>11.269226558788475</c:v>
              </c:pt>
              <c:pt idx="51">
                <c:v>11.431171598288993</c:v>
              </c:pt>
              <c:pt idx="52">
                <c:v>11.593994021024034</c:v>
              </c:pt>
              <c:pt idx="53">
                <c:v>11.75765737650744</c:v>
              </c:pt>
              <c:pt idx="54">
                <c:v>11.922127032577924</c:v>
              </c:pt>
              <c:pt idx="55">
                <c:v>12.087370075922106</c:v>
              </c:pt>
              <c:pt idx="56">
                <c:v>12.253355217957893</c:v>
              </c:pt>
              <c:pt idx="57">
                <c:v>12.420052705862455</c:v>
              </c:pt>
              <c:pt idx="58">
                <c:v>12.587434238522688</c:v>
              </c:pt>
              <c:pt idx="59">
                <c:v>12.755472887182659</c:v>
              </c:pt>
              <c:pt idx="60">
                <c:v>12.924143020562603</c:v>
              </c:pt>
            </c:numLit>
          </c:yVal>
        </c:ser>
        <c:ser>
          <c:idx val="1"/>
          <c:order val="1"/>
          <c:tx>
            <c:v>η=0.3</c:v>
          </c:tx>
          <c:spPr>
            <a:ln xmlns:a="http://schemas.openxmlformats.org/drawingml/2006/main" w="28575">
              <a:solidFill>
                <a:srgbClr val="C95F42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3</c:v>
              </c:pt>
              <c:pt idx="2">
                <c:v>6</c:v>
              </c:pt>
              <c:pt idx="3">
                <c:v>9</c:v>
              </c:pt>
              <c:pt idx="4">
                <c:v>12</c:v>
              </c:pt>
              <c:pt idx="5">
                <c:v>15</c:v>
              </c:pt>
              <c:pt idx="6">
                <c:v>18</c:v>
              </c:pt>
              <c:pt idx="7">
                <c:v>21</c:v>
              </c:pt>
              <c:pt idx="8">
                <c:v>24</c:v>
              </c:pt>
              <c:pt idx="9">
                <c:v>27</c:v>
              </c:pt>
              <c:pt idx="10">
                <c:v>30</c:v>
              </c:pt>
              <c:pt idx="11">
                <c:v>33</c:v>
              </c:pt>
              <c:pt idx="12">
                <c:v>36</c:v>
              </c:pt>
              <c:pt idx="13">
                <c:v>39</c:v>
              </c:pt>
              <c:pt idx="14">
                <c:v>42</c:v>
              </c:pt>
              <c:pt idx="15">
                <c:v>45</c:v>
              </c:pt>
              <c:pt idx="16">
                <c:v>48</c:v>
              </c:pt>
              <c:pt idx="17">
                <c:v>51</c:v>
              </c:pt>
              <c:pt idx="18">
                <c:v>54</c:v>
              </c:pt>
              <c:pt idx="19">
                <c:v>57</c:v>
              </c:pt>
              <c:pt idx="20">
                <c:v>60</c:v>
              </c:pt>
              <c:pt idx="21">
                <c:v>63</c:v>
              </c:pt>
              <c:pt idx="22">
                <c:v>66</c:v>
              </c:pt>
              <c:pt idx="23">
                <c:v>69</c:v>
              </c:pt>
              <c:pt idx="24">
                <c:v>72</c:v>
              </c:pt>
              <c:pt idx="25">
                <c:v>75</c:v>
              </c:pt>
              <c:pt idx="26">
                <c:v>78</c:v>
              </c:pt>
              <c:pt idx="27">
                <c:v>81</c:v>
              </c:pt>
              <c:pt idx="28">
                <c:v>84</c:v>
              </c:pt>
              <c:pt idx="29">
                <c:v>87</c:v>
              </c:pt>
              <c:pt idx="30">
                <c:v>90</c:v>
              </c:pt>
              <c:pt idx="31">
                <c:v>93</c:v>
              </c:pt>
              <c:pt idx="32">
                <c:v>96</c:v>
              </c:pt>
              <c:pt idx="33">
                <c:v>99</c:v>
              </c:pt>
              <c:pt idx="34">
                <c:v>102</c:v>
              </c:pt>
              <c:pt idx="35">
                <c:v>105</c:v>
              </c:pt>
              <c:pt idx="36">
                <c:v>108</c:v>
              </c:pt>
              <c:pt idx="37">
                <c:v>111</c:v>
              </c:pt>
              <c:pt idx="38">
                <c:v>114</c:v>
              </c:pt>
              <c:pt idx="39">
                <c:v>117</c:v>
              </c:pt>
              <c:pt idx="40">
                <c:v>120</c:v>
              </c:pt>
              <c:pt idx="41">
                <c:v>123</c:v>
              </c:pt>
              <c:pt idx="42">
                <c:v>126</c:v>
              </c:pt>
              <c:pt idx="43">
                <c:v>129</c:v>
              </c:pt>
              <c:pt idx="44">
                <c:v>132</c:v>
              </c:pt>
              <c:pt idx="45">
                <c:v>135</c:v>
              </c:pt>
              <c:pt idx="46">
                <c:v>138</c:v>
              </c:pt>
              <c:pt idx="47">
                <c:v>141</c:v>
              </c:pt>
              <c:pt idx="48">
                <c:v>144</c:v>
              </c:pt>
              <c:pt idx="49">
                <c:v>147</c:v>
              </c:pt>
              <c:pt idx="50">
                <c:v>150</c:v>
              </c:pt>
              <c:pt idx="51">
                <c:v>153</c:v>
              </c:pt>
              <c:pt idx="52">
                <c:v>156</c:v>
              </c:pt>
              <c:pt idx="53">
                <c:v>159</c:v>
              </c:pt>
              <c:pt idx="54">
                <c:v>162</c:v>
              </c:pt>
              <c:pt idx="55">
                <c:v>165</c:v>
              </c:pt>
              <c:pt idx="56">
                <c:v>168</c:v>
              </c:pt>
              <c:pt idx="57">
                <c:v>171</c:v>
              </c:pt>
              <c:pt idx="58">
                <c:v>174</c:v>
              </c:pt>
              <c:pt idx="59">
                <c:v>177</c:v>
              </c:pt>
              <c:pt idx="60">
                <c:v>180</c:v>
              </c:pt>
            </c:numLit>
          </c:xVal>
          <c:yVal>
            <c:numLit>
              <c:formatCode>0.0</c:formatCode>
              <c:ptCount val="61"/>
              <c:pt idx="0">
                <c:v>6.000000000000001</c:v>
              </c:pt>
              <c:pt idx="1">
                <c:v>6.000272980191852</c:v>
              </c:pt>
              <c:pt idx="2">
                <c:v>6.001091846262778</c:v>
              </c:pt>
              <c:pt idx="3">
                <c:v>6.002456374800536</c:v>
              </c:pt>
              <c:pt idx="4">
                <c:v>6.004366193789848</c:v>
              </c:pt>
              <c:pt idx="5">
                <c:v>6.006820783118968</c:v>
              </c:pt>
              <c:pt idx="6">
                <c:v>6.009819475286621</c:v>
              </c:pt>
              <c:pt idx="7">
                <c:v>6.013361456307075</c:v>
              </c:pt>
              <c:pt idx="8">
                <c:v>6.017445766810495</c:v>
              </c:pt>
              <c:pt idx="9">
                <c:v>6.022071303335117</c:v>
              </c:pt>
              <c:pt idx="10">
                <c:v>6.027236819807223</c:v>
              </c:pt>
              <c:pt idx="11">
                <c:v>6.032940929204286</c:v>
              </c:pt>
              <c:pt idx="12">
                <c:v>6.039182105396181</c:v>
              </c:pt>
              <c:pt idx="13">
                <c:v>6.045958685158824</c:v>
              </c:pt>
              <c:pt idx="14">
                <c:v>6.053268870354115</c:v>
              </c:pt>
              <c:pt idx="15">
                <c:v>6.061110730269639</c:v>
              </c:pt>
              <c:pt idx="16">
                <c:v>6.069482204111164</c:v>
              </c:pt>
              <c:pt idx="17">
                <c:v>6.078381103640614</c:v>
              </c:pt>
              <c:pt idx="18">
                <c:v>6.087805115951828</c:v>
              </c:pt>
              <c:pt idx="19">
                <c:v>6.097751806376183</c:v>
              </c:pt>
              <c:pt idx="20">
                <c:v>6.108218621509838</c:v>
              </c:pt>
              <c:pt idx="21">
                <c:v>6.119202892354193</c:v>
              </c:pt>
              <c:pt idx="22">
                <c:v>6.130701837560937</c:v>
              </c:pt>
              <c:pt idx="23">
                <c:v>6.142712566773006</c:v>
              </c:pt>
              <c:pt idx="24">
                <c:v>6.155232084052538</c:v>
              </c:pt>
              <c:pt idx="25">
                <c:v>6.168257291387033</c:v>
              </c:pt>
              <c:pt idx="26">
                <c:v>6.181784992264745</c:v>
              </c:pt>
              <c:pt idx="27">
                <c:v>6.195811895310475</c:v>
              </c:pt>
              <c:pt idx="28">
                <c:v>6.210334617972909</c:v>
              </c:pt>
              <c:pt idx="29">
                <c:v>6.225349690254795</c:v>
              </c:pt>
              <c:pt idx="30">
                <c:v>6.240853558477316</c:v>
              </c:pt>
              <c:pt idx="31">
                <c:v>6.256842589070251</c:v>
              </c:pt>
              <c:pt idx="32">
                <c:v>6.273313072379575</c:v>
              </c:pt>
              <c:pt idx="33">
                <c:v>6.290261226484509</c:v>
              </c:pt>
              <c:pt idx="34">
                <c:v>6.3076832010161334</c:v>
              </c:pt>
              <c:pt idx="35">
                <c:v>6.325575080970003</c:v>
              </c:pt>
              <c:pt idx="36">
                <c:v>6.34393289050546</c:v>
              </c:pt>
              <c:pt idx="37">
                <c:v>6.362752596724635</c:v>
              </c:pt>
              <c:pt idx="38">
                <c:v>6.382030113424411</c:v>
              </c:pt>
              <c:pt idx="39">
                <c:v>6.401761304815004</c:v>
              </c:pt>
              <c:pt idx="40">
                <c:v>6.421941989199077</c:v>
              </c:pt>
              <c:pt idx="41">
                <c:v>6.442567942605692</c:v>
              </c:pt>
              <c:pt idx="42">
                <c:v>6.463634902373714</c:v>
              </c:pt>
              <c:pt idx="43">
                <c:v>6.485138570679699</c:v>
              </c:pt>
              <c:pt idx="44">
                <c:v>6.507074618005562</c:v>
              </c:pt>
              <c:pt idx="45">
                <c:v>6.529438686541724</c:v>
              </c:pt>
              <c:pt idx="46">
                <c:v>6.552226393521826</c:v>
              </c:pt>
              <c:pt idx="47">
                <c:v>6.575433334485353</c:v>
              </c:pt>
              <c:pt idx="48">
                <c:v>6.599055086464957</c:v>
              </c:pt>
              <c:pt idx="49">
                <c:v>6.623087211095574</c:v>
              </c:pt>
              <c:pt idx="50">
                <c:v>6.647525257642669</c:v>
              </c:pt>
              <c:pt idx="51">
                <c:v>6.672364765947493</c:v>
              </c:pt>
              <c:pt idx="52">
                <c:v>6.697601269287281</c:v>
              </c:pt>
              <c:pt idx="53">
                <c:v>6.723230297148869</c:v>
              </c:pt>
              <c:pt idx="54">
                <c:v>6.749247377914307</c:v>
              </c:pt>
              <c:pt idx="55">
                <c:v>6.775648041457484</c:v>
              </c:pt>
              <c:pt idx="56">
                <c:v>6.80242782165095</c:v>
              </c:pt>
              <c:pt idx="57">
                <c:v>6.829582258782448</c:v>
              </c:pt>
              <c:pt idx="58">
                <c:v>6.857106901880839</c:v>
              </c:pt>
              <c:pt idx="59">
                <c:v>6.884997310951436</c:v>
              </c:pt>
              <c:pt idx="60">
                <c:v>6.9132490591209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4"/>
          <c:min val="6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σᵧ/a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6"/>
        <c:majorUnit val="2"/>
      </c:valAx>
      <c:valAx>
        <c:axId val="48650112"/>
        <c:scaling>
          <c:orientation val="minMax"/>
          <c:max val="18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6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485FAD-5902-412F-A532-90064665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二维单磁子的能带几何与波包设计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64808-4F46-4D4F-A563-0741BB85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9C5E31-B976-4DB8-9D88-1071C87F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中期报告　原理 PDF、曲率解析与波包数值模拟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A30C7-CB45-4D8B-9E88-EF0113E0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3E9810-4B2D-4686-8F90-D96618C9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58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从交换模型到零曲率选点与有限时间传播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5067C1-63A8-4787-A9AB-FAA584792E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6c9134088b416b"/>
          <a:stretch xmlns:a="http://schemas.openxmlformats.org/drawingml/2006/main"/>
        </p:blipFill>
        <p:spPr>
          <a:xfrm xmlns:a="http://schemas.openxmlformats.org/drawingml/2006/main">
            <a:off x="6605675" y="1619250"/>
            <a:ext cx="4790900" cy="409575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66F6C8-2A9C-4C6F-BF18-8BC63DF23E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cf4ac2af60447c"/>
          <a:stretch xmlns:a="http://schemas.openxmlformats.org/drawingml/2006/main"/>
        </p:blipFill>
        <p:spPr>
          <a:xfrm xmlns:a="http://schemas.openxmlformats.org/drawingml/2006/main">
            <a:off x="400050" y="1984951"/>
            <a:ext cx="5695950" cy="55447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402499-F647-4937-8F5D-930C0CC0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105150"/>
            <a:ext cx="5495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物理问题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D4241B-079C-431B-A02E-DD530A5C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514725"/>
            <a:ext cx="54959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怎样选择载波中心，使二维波包</a:t>
            </a:r>
          </a:p>
          <a:p xmlns:a="http://schemas.openxmlformats.org/drawingml/2006/main">
            <a: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在传播中较少展宽？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F00BDB-4656-4232-8ED3-1F0CBAA4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495800"/>
            <a:ext cx="5495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本阶段内容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15381-49AC-443C-B06F-93AE3F53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905375"/>
            <a:ext cx="54959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求解能带高斯曲率，确定候选点，</a:t>
            </a:r>
          </a:p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用相同初宽的波包检验传播。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556DCB-EF9A-4D0B-91CD-E4FA089E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0AA87B-FA2E-4F7B-A3C2-37B32C83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用能带几何提出设计，再用完整色散检验设计的有效时间与限制。</a:t>
            </a:r>
          </a:p>
        </p:txBody>
      </p:sp>
    </p:spTree>
    <p:extLst>
      <p:ext uri="{BB962C8B-B14F-4D97-AF65-F5344CB8AC3E}">
        <p14:creationId xmlns:p14="http://schemas.microsoft.com/office/powerpoint/2010/main" val="6968331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E5CBCC-30C8-4581-8EE4-A58AAB15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交换模型与单磁子子空间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231370-CDC3-4CDD-AF3E-BD31339B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EC031-46AA-41D8-803B-A3C48EBD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3–4 页，式 (20)、(22)、(25)、(29)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E91D45-75E6-4049-ADDC-23D2D856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0291DA-75C0-4236-90CF-1158E60123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77cc3f998d468c"/>
          <a:stretch xmlns:a="http://schemas.openxmlformats.org/drawingml/2006/main"/>
        </p:blipFill>
        <p:spPr>
          <a:xfrm xmlns:a="http://schemas.openxmlformats.org/drawingml/2006/main">
            <a:off x="3408181" y="1133475"/>
            <a:ext cx="5328013" cy="7429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911C12-0BC9-426C-8E78-48D1D29152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4f6f40cd844d5b"/>
          <a:stretch xmlns:a="http://schemas.openxmlformats.org/drawingml/2006/main"/>
        </p:blipFill>
        <p:spPr>
          <a:xfrm xmlns:a="http://schemas.openxmlformats.org/drawingml/2006/main">
            <a:off x="361950" y="2356361"/>
            <a:ext cx="4895850" cy="2659629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8F3DC9-C176-4A87-8AEC-A9C465253F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140c5c454943e7"/>
          <a:stretch xmlns:a="http://schemas.openxmlformats.org/drawingml/2006/main"/>
        </p:blipFill>
        <p:spPr>
          <a:xfrm xmlns:a="http://schemas.openxmlformats.org/drawingml/2006/main">
            <a:off x="5467350" y="2166147"/>
            <a:ext cx="6191250" cy="1249355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99676B-B645-40FC-8502-DF7082A80D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a08d81995143a7"/>
          <a:stretch xmlns:a="http://schemas.openxmlformats.org/drawingml/2006/main"/>
        </p:blipFill>
        <p:spPr>
          <a:xfrm xmlns:a="http://schemas.openxmlformats.org/drawingml/2006/main">
            <a:off x="5524500" y="3810749"/>
            <a:ext cx="6153150" cy="760502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BECB49-9A86-4E99-9595-9F2C9633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953000"/>
            <a:ext cx="6048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铁磁交换 J=2K&gt;0。</a:t>
            </a:r>
          </a:p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全极化基态沿 +x，单次翻转的位置可以相干叠加。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584669-8384-4BE9-9B28-77259087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4C81EA-97B0-463E-983A-79575C38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交换作用使翻转振幅在相邻格点间传播，单磁子空间内可精确求解。</a:t>
            </a:r>
          </a:p>
        </p:txBody>
      </p:sp>
    </p:spTree>
    <p:extLst>
      <p:ext uri="{BB962C8B-B14F-4D97-AF65-F5344CB8AC3E}">
        <p14:creationId xmlns:p14="http://schemas.microsoft.com/office/powerpoint/2010/main" val="7384979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C5ECC2-120C-45F2-962A-D7DEE21E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运动方程、色散与传播的计算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616B0B-E30B-454E-A915-1682EE14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0227D7-49F3-49EC-97B0-68E5EC1F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5 页，式 (35)–(39)　下方恢复 ℏ 的单位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E0A0F1-2B39-4040-ABEE-C3FCA098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A1D31-F0E5-483A-B0F6-A14BAC0D0B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155cf7b11c4398"/>
          <a:stretch xmlns:a="http://schemas.openxmlformats.org/drawingml/2006/main"/>
        </p:blipFill>
        <p:spPr>
          <a:xfrm xmlns:a="http://schemas.openxmlformats.org/drawingml/2006/main">
            <a:off x="3337704" y="1104900"/>
            <a:ext cx="5497542" cy="126682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6D8963-918E-4CF3-9047-B305D77379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4f6d3900694ef0"/>
          <a:stretch xmlns:a="http://schemas.openxmlformats.org/drawingml/2006/main"/>
        </p:blipFill>
        <p:spPr>
          <a:xfrm xmlns:a="http://schemas.openxmlformats.org/drawingml/2006/main">
            <a:off x="1429183" y="2571750"/>
            <a:ext cx="9295534" cy="904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6C505B-46C2-4E23-A883-2895E64C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62375"/>
            <a:ext cx="1123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q = ka，e = (E − E_F)/Jₓ，η = Jᵧ/Jₓ &gt; 0，τ = Jₓt/ℏ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489AD-ABC1-4C68-B0CE-532D67AF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333875"/>
            <a:ext cx="1114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4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4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4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4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4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4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4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4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4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400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ψ(n,τ) = ℱ⁻¹[ ψ̃(q,0) exp(−i e(q)τ) 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9B8CB6-C187-4656-A6FA-6403B8DA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095875"/>
            <a:ext cx="11144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100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ū = 〈∇e〉谱，P(n,τ) = |ψ(n,τ)|²，ΣₙP =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76B0AC-629A-420D-B494-9DC1D4CA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04301A-0530-41AB-B291-45FC24C4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色散的线性相位控制平移，偏离线性的剩余相位产生展宽与形变。</a:t>
            </a:r>
          </a:p>
        </p:txBody>
      </p:sp>
    </p:spTree>
    <p:extLst>
      <p:ext uri="{BB962C8B-B14F-4D97-AF65-F5344CB8AC3E}">
        <p14:creationId xmlns:p14="http://schemas.microsoft.com/office/powerpoint/2010/main" val="19179389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EC6293-189A-4117-B559-C6B76921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求解能带图面的高斯曲率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85179F-288E-438B-A752-04C23D99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296A8-92B1-4108-8DE4-7EBB504A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无量纲图面 R=(qₓ,qᵧ,e)　曲率定义：Monge 图面公式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633B4F-1A49-4981-BDE5-D979B60A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84519B-8012-4CDE-8AB5-62CC14EF05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dd3b76f2a944c4"/>
          <a:stretch xmlns:a="http://schemas.openxmlformats.org/drawingml/2006/main"/>
        </p:blipFill>
        <p:spPr>
          <a:xfrm xmlns:a="http://schemas.openxmlformats.org/drawingml/2006/main">
            <a:off x="457200" y="1204985"/>
            <a:ext cx="4191000" cy="144765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28A0F-1D3E-424C-84D8-A49242A5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81125"/>
            <a:ext cx="6381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17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eₓ = sin qₓ，eᵧ = η sin qᵧ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B8D279-4296-4D1B-BBAC-977A842F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85975"/>
            <a:ext cx="6381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100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eₓₓ = cos qₓ，eᵧᵧ = η cos qᵧ，eₓᵧ = 0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62191F-2DAB-4D7D-A206-6B543D49B8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8a185751bb4c97"/>
          <a:stretch xmlns:a="http://schemas.openxmlformats.org/drawingml/2006/main"/>
        </p:blipFill>
        <p:spPr>
          <a:xfrm xmlns:a="http://schemas.openxmlformats.org/drawingml/2006/main">
            <a:off x="1452112" y="3067050"/>
            <a:ext cx="9221101" cy="1352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EF7AE6-CBE8-4A57-816E-CE15E607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791075"/>
            <a:ext cx="112204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分母始终为正，曲率符号由 cos qₓ cos qᵧ 决定。</a:t>
            </a:r>
          </a:p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正曲率区、负曲率区与零曲率线可以在整个扩展能带中直接标出。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BED9D7-A764-4389-8260-3CCE84BD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1A4AC1-0B98-48DA-AE8B-0B1CBB63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高斯曲率描述能量图面的局部几何，零曲率轨迹来自解析方程。</a:t>
            </a:r>
          </a:p>
        </p:txBody>
      </p:sp>
    </p:spTree>
    <p:extLst>
      <p:ext uri="{BB962C8B-B14F-4D97-AF65-F5344CB8AC3E}">
        <p14:creationId xmlns:p14="http://schemas.microsoft.com/office/powerpoint/2010/main" val="4733968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9A197F-4579-4670-B848-113D8C2B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各向同性：多个布里渊区中的能带与曲率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21645-8E56-4332-A4FB-4FA9959B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CBC62-68D0-415C-B29A-DF45CB2B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η=1　qₓ,qᵧ ∈ [−3π,3π]，共 3×3 个布里渊区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4BAC36-F46A-461A-A344-9513BDB5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11F58C-4F9F-43C4-8C47-B2B22EFA20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a287ab8b904cb2"/>
          <a:stretch xmlns:a="http://schemas.openxmlformats.org/drawingml/2006/main"/>
        </p:blipFill>
        <p:spPr>
          <a:xfrm xmlns:a="http://schemas.openxmlformats.org/drawingml/2006/main">
            <a:off x="767254" y="1095375"/>
            <a:ext cx="10638443" cy="46958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1D9D48-B039-405A-97DD-B9666492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C458ED-A851-46C8-A064-77078632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左深色表示高能量，右红正蓝负。绿色为零曲率线，黑虚线围成中心第一布里渊区。</a:t>
            </a:r>
          </a:p>
        </p:txBody>
      </p:sp>
    </p:spTree>
    <p:extLst>
      <p:ext uri="{BB962C8B-B14F-4D97-AF65-F5344CB8AC3E}">
        <p14:creationId xmlns:p14="http://schemas.microsoft.com/office/powerpoint/2010/main" val="8797623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D4D38A-08F8-48D8-9496-A5A2301F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各向异性：曲率幅度改变，零点仍然相同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66B383-E341-465F-9479-F98D6D53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39159-B1E0-47DF-8E5F-D8C9F2ED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η=0.3　同一 q 范围与能量色标，右侧曲率色标改为 ±0.3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807B6D-7DE1-43B7-903F-08E27F1C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84BF5D-9E26-401D-BA5B-F82E93CF21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9f7fcf9bb24cb9"/>
          <a:stretch xmlns:a="http://schemas.openxmlformats.org/drawingml/2006/main"/>
        </p:blipFill>
        <p:spPr>
          <a:xfrm xmlns:a="http://schemas.openxmlformats.org/drawingml/2006/main">
            <a:off x="812702" y="1095375"/>
            <a:ext cx="10547545" cy="46958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83C7AD-A58E-4C30-9E7B-3436EC89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43CB82-D030-4814-8176-DE8C13C7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Jᵧ 减小后 y 向色散较弱。两页曲率色标不同，幅值比较应读取色标数值。</a:t>
            </a:r>
          </a:p>
        </p:txBody>
      </p:sp>
    </p:spTree>
    <p:extLst>
      <p:ext uri="{BB962C8B-B14F-4D97-AF65-F5344CB8AC3E}">
        <p14:creationId xmlns:p14="http://schemas.microsoft.com/office/powerpoint/2010/main" val="10948146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522EE-60B2-4272-B4D9-CC002B11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严格零曲率位置上的能带分布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EAD9EA-4CC7-4640-B08B-B5604212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ED137D-0706-4D90-8CFA-6C16F5D0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η=1　左侧只保留 κ_G=0 线上的能量，右侧为完整曲率图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659DCE-5A86-4B97-99F3-5DE15F20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B48A60-3FAB-4534-9E5A-27546B6C49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aa614f3d3e41fd"/>
          <a:stretch xmlns:a="http://schemas.openxmlformats.org/drawingml/2006/main"/>
        </p:blipFill>
        <p:spPr>
          <a:xfrm xmlns:a="http://schemas.openxmlformats.org/drawingml/2006/main">
            <a:off x="1188044" y="1066800"/>
            <a:ext cx="9796862" cy="43243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8EFB9A-A437-45C8-A7A5-FBCB3D8EA3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6e31f7d2db4e56"/>
          <a:stretch xmlns:a="http://schemas.openxmlformats.org/drawingml/2006/main"/>
        </p:blipFill>
        <p:spPr>
          <a:xfrm xmlns:a="http://schemas.openxmlformats.org/drawingml/2006/main">
            <a:off x="3439653" y="5429250"/>
            <a:ext cx="5312694" cy="428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C4458C-23D7-416C-B288-931F6CFD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E36F0D-976B-4EF0-80B8-0107268C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零曲率组成两族周期直线，交点同时满足两个方向的二阶导数为零。</a:t>
            </a:r>
          </a:p>
        </p:txBody>
      </p:sp>
    </p:spTree>
    <p:extLst>
      <p:ext uri="{BB962C8B-B14F-4D97-AF65-F5344CB8AC3E}">
        <p14:creationId xmlns:p14="http://schemas.microsoft.com/office/powerpoint/2010/main" val="20189440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88C0A9-EB10-4C80-AA6F-231FBD73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波包中心：普通点、零曲率线与交点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CB7CE7-1590-42FE-8BCA-097FFEB4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6FA89-D7E1-44FD-B81D-18F2E4FE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H = ∂ᵢ∂ⱼe = diag(cos qₓ, η cos qᵧ)　以下先固定 η=1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231D0A-4FAF-4E08-9994-52784F17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2B48E6-2D3D-4C9E-B48A-6D02CB46A4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6397b757fb46b8"/>
          <a:stretch xmlns:a="http://schemas.openxmlformats.org/drawingml/2006/main"/>
        </p:blipFill>
        <p:spPr>
          <a:xfrm xmlns:a="http://schemas.openxmlformats.org/drawingml/2006/main">
            <a:off x="330451" y="1228725"/>
            <a:ext cx="4939797" cy="4248150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F664B4-7D6D-4314-B377-B4C5F9F60D5C}"/>
              </a:ext>
            </a:extLst>
          </p:cNvPr>
          <p:cNvGraphicFramePr/>
          <p:nvPr/>
        </p:nvGraphicFramePr>
        <p:xfrm>
          <a:off xmlns:a="http://schemas.openxmlformats.org/drawingml/2006/main" x="5381625" y="1562100"/>
          <a:ext xmlns:a="http://schemas.openxmlformats.org/drawingml/2006/main" cx="6372225" cy="2638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57425"/>
                <a:gridCol w="1809750"/>
                <a:gridCol w="2305050"/>
              </a:tblGrid>
              <a:tr h="659606">
                <a:tc>
                  <a:txBody>
                    <a:bodyPr lIns="95250" tIns="95250" rIns="95250" bIns="95250"/>
                    <a:lstStyle/>
                    <a:p>
                      <a:r>
                        <a:rPr sz="150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中心 q₀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0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 的对角元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0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设计含义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659606">
                <a:tc>
                  <a:txBody>
                    <a:bodyPr lIns="95250" tIns="95250" rIns="95250" bIns="95250"/>
                    <a:lstStyle/>
                    <a:p>
                      <a:r>
                        <a:rPr sz="15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(0.7, 0.7)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(0.765, 0.765)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两个方向有二阶色散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9606">
                <a:tc>
                  <a:txBody>
                    <a:bodyPr lIns="95250" tIns="95250" rIns="95250" bIns="95250"/>
                    <a:lstStyle/>
                    <a:p>
                      <a:r>
                        <a:rPr sz="15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(π/2, 0.7)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(0, 0.765)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 x 向二阶项消失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9606">
                <a:tc>
                  <a:txBody>
                    <a:bodyPr lIns="95250" tIns="95250" rIns="95250" bIns="95250"/>
                    <a:lstStyle/>
                    <a:p>
                      <a:r>
                        <a:rPr sz="15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(π/2, π/2)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(0, 0)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两个二阶项同时消失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739F2B-EEBC-43EC-A6F1-EF10446E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610100"/>
            <a:ext cx="61626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κ_G=0 只要求 det H=0。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二维波包的二阶形变还要分别检查 H 的两个方向。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EA35E9-541E-4CE3-9157-D9412BDC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DC8B2D-B61E-4F3E-9159-B58FA175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初步优先选择 C 作为中心，并用 A、B 作为相同初始宽度的受控对照。</a:t>
            </a:r>
          </a:p>
        </p:txBody>
      </p:sp>
    </p:spTree>
    <p:extLst>
      <p:ext uri="{BB962C8B-B14F-4D97-AF65-F5344CB8AC3E}">
        <p14:creationId xmlns:p14="http://schemas.microsoft.com/office/powerpoint/2010/main" val="16769793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2FE867-F5D6-4E26-818F-C1554B27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初始波包：有限宽度意味着有限频谱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DC7C69-3880-4713-84A6-0700657E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44FE68-1185-4A67-9AD2-FD2FA367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主比较：σ=6a，η=1，三组只改变载波中心 q₀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7806BB-EFDB-4AA2-82BB-1D1B00AF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7E86E3-1CF7-4F59-990A-FB374AA7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057275"/>
            <a:ext cx="11277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100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ψ(n,0) = 𝒩 exp[−(nₓ²+nᵧ²)/(4s²)] exp(i q₀·n)，s=σ/a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59F7B-20E9-4A05-A200-06DD1424D7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c28d004d0544da"/>
          <a:stretch xmlns:a="http://schemas.openxmlformats.org/drawingml/2006/main"/>
        </p:blipFill>
        <p:spPr>
          <a:xfrm xmlns:a="http://schemas.openxmlformats.org/drawingml/2006/main">
            <a:off x="1275406" y="1819275"/>
            <a:ext cx="9622137" cy="33623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B284B9-E963-4980-81AD-BB9AC59D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0"/>
            <a:ext cx="112585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谱宽 Δq ≈ 1/(2s) = 1/12。等高线为初始谱功率的 0.1、0.5、0.9 倍峰值。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背景为 κ_G，红正蓝负，统一范围 ±0.3。有限频谱始终覆盖零线附近的区域。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E99D0B-BDFD-42DE-94DB-DBF4F78D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6C3D7-9F77-4377-B27C-B9C2BB6A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选在零曲率中心只是第一步，波包实际占据的整片频谱决定最终形变。</a:t>
            </a:r>
          </a:p>
        </p:txBody>
      </p:sp>
    </p:spTree>
    <p:extLst>
      <p:ext uri="{BB962C8B-B14F-4D97-AF65-F5344CB8AC3E}">
        <p14:creationId xmlns:p14="http://schemas.microsoft.com/office/powerpoint/2010/main" val="8579543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432441-5866-47A8-8008-774E84BD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初始设计的实际格点波纹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106E7-E543-4A0E-BAFF-FF0C6E47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567A1-159E-4ADC-BE34-45E9FDB1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σ=6a，η=1，τ=0　色标 Reψ/A₀ 固定，总概率为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E746B7-B306-4265-8973-DAAAEE04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58F777-CB3F-42B1-A6B2-1857E4613E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06616b40484175"/>
          <a:stretch xmlns:a="http://schemas.openxmlformats.org/drawingml/2006/main"/>
        </p:blipFill>
        <p:spPr>
          <a:xfrm xmlns:a="http://schemas.openxmlformats.org/drawingml/2006/main">
            <a:off x="371475" y="1254002"/>
            <a:ext cx="11430000" cy="360704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7931B-2DA1-4A3F-9AA9-6BE769B5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076825"/>
            <a:ext cx="5457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包络相同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9FE9CD-FA34-4781-9134-A16F492F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486400"/>
            <a:ext cx="5457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三组初始概率都为同一个 Gaussian。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每个方向的 RMS 宽度为 6a。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7981D7-40E6-4576-BB4F-849E1452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076825"/>
            <a:ext cx="5400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载波不同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A3C2EB-C829-4111-828F-598386B5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486400"/>
            <a:ext cx="54006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A、B、C 具有不同格点相位。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Reψ 显示振幅波纹，P 显示概率。</a:t>
            </a:r>
          </a:p>
        </p:txBody>
      </p:sp>
    </p:spTree>
    <p:extLst>
      <p:ext uri="{BB962C8B-B14F-4D97-AF65-F5344CB8AC3E}">
        <p14:creationId xmlns:p14="http://schemas.microsoft.com/office/powerpoint/2010/main" val="1327978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CE3167-385F-403B-92F1-42AAB121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同初宽、同时间：末态概率的二维比较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959FD3-D139-417F-A587-9BE61606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5AA674-A825-4F40-AB9B-BD4636E8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新模拟：σ=6a，η=1，512×512 格点，完整余弦色散，τ=180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267C98-3346-4147-9B24-35D09BDE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23222D-058C-440C-8400-A5893AF621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72bc45a74f409a"/>
          <a:stretch xmlns:a="http://schemas.openxmlformats.org/drawingml/2006/main"/>
        </p:blipFill>
        <p:spPr>
          <a:xfrm xmlns:a="http://schemas.openxmlformats.org/drawingml/2006/main">
            <a:off x="483755" y="1114425"/>
            <a:ext cx="11205441" cy="35814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8D7879-47FE-411E-A56D-5AA71AA67A6B}"/>
              </a:ext>
            </a:extLst>
          </p:cNvPr>
          <p:cNvGraphicFramePr/>
          <p:nvPr/>
        </p:nvGraphicFramePr>
        <p:xfrm>
          <a:off xmlns:a="http://schemas.openxmlformats.org/drawingml/2006/main" x="457200" y="4876800"/>
          <a:ext xmlns:a="http://schemas.openxmlformats.org/drawingml/2006/main" cx="11239500" cy="847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47950"/>
                <a:gridCol w="2857500"/>
                <a:gridCol w="2857500"/>
                <a:gridCol w="2876550"/>
              </a:tblGrid>
              <a:tr h="423863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τ=180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普通点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零曲率线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零曲率交点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423863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(σₓ/a, σᵧ/a)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(12.924, 12.924)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(6.064, 12.924)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(6.064, 6.064)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F49312-1E50-4940-BDA3-6164F384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BC7031-7511-4BF2-9C2E-DEFC6116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B 仍沿 y 明显展宽，C 在两个方向的有限时间展宽都较弱。</a:t>
            </a:r>
          </a:p>
        </p:txBody>
      </p:sp>
    </p:spTree>
    <p:extLst>
      <p:ext uri="{BB962C8B-B14F-4D97-AF65-F5344CB8AC3E}">
        <p14:creationId xmlns:p14="http://schemas.microsoft.com/office/powerpoint/2010/main" val="18624552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B9A3B6-0609-4C9D-8FBE-6FCCC592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概率包络的演化与末态振幅波纹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27324-2004-4A10-9E02-1E1DD9BA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F7C009-96C1-433B-A3AB-438954E6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新模拟：σ=6a，η=1，512×512 格点，完整余弦色散，动画 τ=0–180，末态 τ=180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F6D52-5120-4DED-9186-3D9B9994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AC09CE-1281-462C-A9AB-5958C46E90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a816ebe3ad44ab"/>
          <a:stretch xmlns:a="http://schemas.openxmlformats.org/drawingml/2006/main"/>
        </p:blipFill>
        <p:spPr>
          <a:xfrm xmlns:a="http://schemas.openxmlformats.org/drawingml/2006/main">
            <a:off x="2881313" y="1066800"/>
            <a:ext cx="6429375" cy="233362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BBE4C6-6543-4BB3-B7C4-91A88831B6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367c2b1d1b442b"/>
          <a:stretch xmlns:a="http://schemas.openxmlformats.org/drawingml/2006/main"/>
        </p:blipFill>
        <p:spPr>
          <a:xfrm xmlns:a="http://schemas.openxmlformats.org/drawingml/2006/main">
            <a:off x="2534430" y="3533775"/>
            <a:ext cx="7123141" cy="22479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9C02AF-3147-4232-B84E-C9833C19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305F53-0873-4F03-B900-06880A8C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上图观察概率形变，下图保留末态的载波波纹。图中坐标均相对各自质心。</a:t>
            </a:r>
          </a:p>
        </p:txBody>
      </p:sp>
    </p:spTree>
    <p:extLst>
      <p:ext uri="{BB962C8B-B14F-4D97-AF65-F5344CB8AC3E}">
        <p14:creationId xmlns:p14="http://schemas.microsoft.com/office/powerpoint/2010/main" val="17413394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269285-35A3-4E89-A3C3-76C00E99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概率矩量化两个方向的展宽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874133-D61E-4481-B303-19DF1C93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0CE67D-4F23-475C-9DAE-0AEABE79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主比较：相同初宽 6a、相同时间，行进距离并不相同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E654A4-2856-4C2A-85A0-1D599747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0CDD64A3-0F3E-47BD-B917-A293672EE4D3}"/>
              </a:ext>
            </a:extLst>
          </p:cNvPr>
          <p:cNvGraphicFramePr/>
          <p:nvPr/>
        </p:nvGraphicFramePr>
        <p:xfrm>
          <a:off xmlns:a="http://schemas.openxmlformats.org/drawingml/2006/main" x="352425" y="1285875"/>
          <a:ext xmlns:a="http://schemas.openxmlformats.org/drawingml/2006/main" cx="5638800" cy="3495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dc69e74179843af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2CF5DD94-87B1-4ABE-AF26-722CE61E4C1D}"/>
              </a:ext>
            </a:extLst>
          </p:cNvPr>
          <p:cNvGraphicFramePr/>
          <p:nvPr/>
        </p:nvGraphicFramePr>
        <p:xfrm>
          <a:off xmlns:a="http://schemas.openxmlformats.org/drawingml/2006/main" x="6191250" y="1285875"/>
          <a:ext xmlns:a="http://schemas.openxmlformats.org/drawingml/2006/main" cx="5638800" cy="3495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3f2f846a7024fca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0A1971-5F4A-4332-975A-2CAA1B8B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0"/>
            <a:ext cx="112490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x 图中 B 与 C 重合，y 图中 A 与 B 重合。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C 在 τ=180 时两个方向宽度均为 6.064a，比初始宽度增加约 1.07%。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70235-15A7-435E-8714-F53B305D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A2FE65-9CE1-4932-AFBE-DDA24D91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局部二阶项是否消失，与完整色散下的有限时间展宽形成一致的对应。</a:t>
            </a:r>
          </a:p>
        </p:txBody>
      </p:sp>
    </p:spTree>
    <p:extLst>
      <p:ext uri="{BB962C8B-B14F-4D97-AF65-F5344CB8AC3E}">
        <p14:creationId xmlns:p14="http://schemas.microsoft.com/office/powerpoint/2010/main" val="192698776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49CA50-F8C9-43A1-827A-B0BD17DA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保形还需检查剩余谱相位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66B3E-9F9F-4938-AA99-693D82B8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3E6F83-A416-40F9-B9F8-75ECD973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F 为复振幅与“以自身谱平均速度平移的初态”的重叠平方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C27A48-78FD-4B7A-9308-49EF3822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A52E09-A280-4D67-9E07-4C15663118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10fe42b89849a9"/>
          <a:stretch xmlns:a="http://schemas.openxmlformats.org/drawingml/2006/main"/>
        </p:blipFill>
        <p:spPr>
          <a:xfrm xmlns:a="http://schemas.openxmlformats.org/drawingml/2006/main">
            <a:off x="2367688" y="1066800"/>
            <a:ext cx="7428048" cy="23622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90793EAF-E027-4EC5-A82B-8719BB880C59}"/>
              </a:ext>
            </a:extLst>
          </p:cNvPr>
          <p:cNvGraphicFramePr/>
          <p:nvPr/>
        </p:nvGraphicFramePr>
        <p:xfrm>
          <a:off xmlns:a="http://schemas.openxmlformats.org/drawingml/2006/main" x="428625" y="3705225"/>
          <a:ext xmlns:a="http://schemas.openxmlformats.org/drawingml/2006/main" cx="6991350" cy="2143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4b01aa2e5b84e6e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3DB13B-07BA-45D7-B0EE-56580C0B6A00}"/>
              </a:ext>
            </a:extLst>
          </p:cNvPr>
          <p:cNvGraphicFramePr/>
          <p:nvPr/>
        </p:nvGraphicFramePr>
        <p:xfrm>
          <a:off xmlns:a="http://schemas.openxmlformats.org/drawingml/2006/main" x="7772400" y="3771900"/>
          <a:ext xmlns:a="http://schemas.openxmlformats.org/drawingml/2006/main" cx="3914775" cy="1914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1343025"/>
              </a:tblGrid>
              <a:tr h="478631"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τ=180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478631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普通点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0.5233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8631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零曲率线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0.7221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8631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零曲率交点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0.9965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AFB7F0-5F6F-47E4-B3BD-14FB2D9B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A1B63D-8EAC-4D7C-9A60-7E0D8620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C 的剩余谱相位较小，F≈0.9965。该结论对应当前初宽与传播时间。</a:t>
            </a:r>
          </a:p>
        </p:txBody>
      </p:sp>
    </p:spTree>
    <p:extLst>
      <p:ext uri="{BB962C8B-B14F-4D97-AF65-F5344CB8AC3E}">
        <p14:creationId xmlns:p14="http://schemas.microsoft.com/office/powerpoint/2010/main" val="9259510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6998AE-938E-4FAE-8D97-803985C2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频宽设计：较宽初态可以延长保形时间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73159-EE69-4D4A-AD23-3D774B39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F74707-2577-43BF-9A4A-D56804F2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C 点 q₀=(π/2,π/2)，η=1，1024×1024，τ=0–360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0A0094-A354-4023-9175-654C9DB1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D8EE98C0-510F-4A37-BDBE-0DD6916C9B0E}"/>
              </a:ext>
            </a:extLst>
          </p:cNvPr>
          <p:cNvGraphicFramePr/>
          <p:nvPr/>
        </p:nvGraphicFramePr>
        <p:xfrm>
          <a:off xmlns:a="http://schemas.openxmlformats.org/drawingml/2006/main" x="371475" y="1304925"/>
          <a:ext xmlns:a="http://schemas.openxmlformats.org/drawingml/2006/main" cx="7248525" cy="3695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dbe0399f6f84dba"/>
          </a:graphicData>
        </a:graphic>
      </p:graphicFrame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2FE4A9-69A4-4FBC-9E3E-3759C23FC15A}"/>
              </a:ext>
            </a:extLst>
          </p:cNvPr>
          <p:cNvGraphicFramePr/>
          <p:nvPr/>
        </p:nvGraphicFramePr>
        <p:xfrm>
          <a:off xmlns:a="http://schemas.openxmlformats.org/drawingml/2006/main" x="7810500" y="1543050"/>
          <a:ext xmlns:a="http://schemas.openxmlformats.org/drawingml/2006/main" cx="3943350" cy="2486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09675"/>
                <a:gridCol w="1466850"/>
                <a:gridCol w="1266825"/>
              </a:tblGrid>
              <a:tr h="621506">
                <a:tc>
                  <a:txBody>
                    <a:bodyPr lIns="95250" tIns="95250" rIns="95250" bIns="95250"/>
                    <a:lstStyle/>
                    <a:p>
                      <a:r>
                        <a:rPr sz="150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初宽 σ/a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0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Δq≈a/(2σ)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0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F(360)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621506">
                <a:tc>
                  <a:txBody>
                    <a:bodyPr lIns="95250" tIns="95250" rIns="95250" bIns="95250"/>
                    <a:lstStyle/>
                    <a:p>
                      <a:r>
                        <a:rPr sz="15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0.1250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0.8883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506">
                <a:tc>
                  <a:txBody>
                    <a:bodyPr lIns="95250" tIns="95250" rIns="95250" bIns="95250"/>
                    <a:lstStyle/>
                    <a:p>
                      <a:r>
                        <a:rPr sz="15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0.0833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0.9864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506">
                <a:tc>
                  <a:txBody>
                    <a:bodyPr lIns="95250" tIns="95250" rIns="95250" bIns="95250"/>
                    <a:lstStyle/>
                    <a:p>
                      <a:r>
                        <a:rPr sz="15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0.0625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0.9975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003EC3-696A-47F2-8622-446DB007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86275"/>
            <a:ext cx="37242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较宽的初态需要更大的空间范围，</a:t>
            </a:r>
          </a:p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换来更窄频谱与更小的高阶形变。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10B2E9-5A5B-491C-9EB0-5B3746F3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427B6F-9760-4C69-8EC7-46148187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初步设计需要同时选择中心波矢与初始宽度，比较时明确所用空间资源。</a:t>
            </a:r>
          </a:p>
        </p:txBody>
      </p:sp>
    </p:spTree>
    <p:extLst>
      <p:ext uri="{BB962C8B-B14F-4D97-AF65-F5344CB8AC3E}">
        <p14:creationId xmlns:p14="http://schemas.microsoft.com/office/powerpoint/2010/main" val="6401850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65854B-B3C3-4A82-9C3F-8EA694DF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交点仍有三阶色散：更长时间下的形变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330B26-AD09-4862-89E3-A04B6E4A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7362A9-6288-4819-8FDB-75650059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C 点，η=1，σ=4a，1024×1024，τ=0、180、360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C51CA0-E1D3-4151-ABA8-39479D41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730C1A-E076-4C24-BB58-848D9CFD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0953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100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e(q₀+δq)−e₀−u₀·δq = −(δqₓ³+ηδqᵧ³)/6 + O(|δq|⁵)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04E384-F210-4140-8BE3-FE999897FC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8bb02d0fe34045"/>
          <a:stretch xmlns:a="http://schemas.openxmlformats.org/drawingml/2006/main"/>
        </p:blipFill>
        <p:spPr>
          <a:xfrm xmlns:a="http://schemas.openxmlformats.org/drawingml/2006/main">
            <a:off x="1280099" y="1914525"/>
            <a:ext cx="9612753" cy="36099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D61903-38F4-48D1-8466-8F018184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FD1AE6-B638-4AD8-A764-62D62045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二阶项消失后仍保留三阶项，有限带宽波包在更长时间内仍会偏斜和展宽。</a:t>
            </a:r>
          </a:p>
        </p:txBody>
      </p:sp>
    </p:spTree>
    <p:extLst>
      <p:ext uri="{BB962C8B-B14F-4D97-AF65-F5344CB8AC3E}">
        <p14:creationId xmlns:p14="http://schemas.microsoft.com/office/powerpoint/2010/main" val="67840637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ADA6FB-793E-4BB0-B4B7-38E77B81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各向异性作为零曲率线上的辅助调节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D7EB3B-F18E-41F9-92F5-E8C03F6A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1229E5-0C9C-4CFD-8C33-FDF10C56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B 点 q₀=(π/2,0.7)，相同 σ=6a、τ=180，η=1 与 0.3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72FD19-B4E5-478B-BC1F-5AAE8C25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B574A3-B4E9-48C5-9969-9443FE5438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8cc694702f47ab"/>
          <a:stretch xmlns:a="http://schemas.openxmlformats.org/drawingml/2006/main"/>
        </p:blipFill>
        <p:spPr>
          <a:xfrm xmlns:a="http://schemas.openxmlformats.org/drawingml/2006/main">
            <a:off x="333375" y="1227312"/>
            <a:ext cx="7400925" cy="3117501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EEA59D47-0EE1-4915-8DB4-9B48B4F612DD}"/>
              </a:ext>
            </a:extLst>
          </p:cNvPr>
          <p:cNvGraphicFramePr/>
          <p:nvPr/>
        </p:nvGraphicFramePr>
        <p:xfrm>
          <a:off xmlns:a="http://schemas.openxmlformats.org/drawingml/2006/main" x="7867650" y="1323975"/>
          <a:ext xmlns:a="http://schemas.openxmlformats.org/drawingml/2006/main" cx="3933825" cy="30384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5a97ee57b6f4ec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FAC84E-C0C0-4E71-8F72-53B874EB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838700"/>
            <a:ext cx="112109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η=0.3 时，σᵧ(180)=6.913a，F(180)=0.9597。</a:t>
            </a:r>
          </a:p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y 向平均速度同时由 0.642 降为 0.193，传播方向也随之改变。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C1E2C4-ED5F-4697-BC42-313AA319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0B6B9F-57EF-46A7-8260-6BCE4471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减小 Jᵧ 可以减弱剩余的 y 向色散，设计时还需满足目标传播方向与距离。</a:t>
            </a:r>
          </a:p>
        </p:txBody>
      </p:sp>
    </p:spTree>
    <p:extLst>
      <p:ext uri="{BB962C8B-B14F-4D97-AF65-F5344CB8AC3E}">
        <p14:creationId xmlns:p14="http://schemas.microsoft.com/office/powerpoint/2010/main" val="17480417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EFA00B-33CD-4DD2-AC7A-D1A0718A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波包初步方案与下一步检验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DB495D-4D32-4D84-8F6D-1FEEB19E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223E7F-64F4-4F18-A738-BF811F62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当前范围：均匀、零外场、无耗散的自旋 1/2 铁磁单磁子模型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41243A-BE08-4C86-AF87-9F33C288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5A200-3749-4E53-B1A1-3147E959D575}"/>
              </a:ext>
            </a:extLst>
          </p:cNvPr>
          <p:cNvGraphicFramePr/>
          <p:nvPr/>
        </p:nvGraphicFramePr>
        <p:xfrm>
          <a:off xmlns:a="http://schemas.openxmlformats.org/drawingml/2006/main" x="447675" y="1238250"/>
          <a:ext xmlns:a="http://schemas.openxmlformats.org/drawingml/2006/main" cx="11287125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38325"/>
                <a:gridCol w="3876675"/>
                <a:gridCol w="5572125"/>
              </a:tblGrid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设计环节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当前初步方案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依据与边界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中心波矢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 C=(π/2,π/2)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两个方向二阶色散同时为零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初始宽度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先取 σ=6a，可扩展至 8a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较窄频谱减少高阶相位，初态占用空间更大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本阶段传播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η=1，τ≤180 的主比较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σ=6a 时 F(180)=0.9965，宽度增加约 1.07%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调节与检验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 η、宽度、传播距离继续优化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明确比较条件，检查三阶项、边界与真实材料参数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C59FE-A4A2-4926-8708-4BF1CF8A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76775"/>
            <a:ext cx="548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2D35E6-D95F-47B8-9120-EFBF6678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86350"/>
            <a:ext cx="54864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解析曲率、扩展能带图和 9 组受控模拟。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完整色散演化与扩大盒检查相互核验。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83C47D-4D37-4CF8-84B0-6DBEEF04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76775"/>
            <a:ext cx="530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下一阶段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B044FA-DFF1-4BD6-8135-7C6CDEBA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086350"/>
            <a:ext cx="53054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给定目标距离和初态空间范围，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优化保形程度并加入实际制备与耗散。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D0514D-29EF-4DC5-BF2E-4ABE2F7E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9B188D-6F36-48F6-AB77-056F7AF1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当前方案支持有限时间的低展宽传播，尚不构成永久无色散波包。</a:t>
            </a:r>
          </a:p>
        </p:txBody>
      </p:sp>
    </p:spTree>
    <p:extLst>
      <p:ext uri="{BB962C8B-B14F-4D97-AF65-F5344CB8AC3E}">
        <p14:creationId xmlns:p14="http://schemas.microsoft.com/office/powerpoint/2010/main" val="8098312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2026-10-20T00:31:45.3450000Z</dcterms:created>
  <dcterms:modified xsi:type="dcterms:W3CDTF">2026-10-20T00:31:45.3460000Z</dcterms:modified>
</coreProperties>
</file>