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4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5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aa3f78a1b489f" /><Relationship Type="http://schemas.openxmlformats.org/officeDocument/2006/relationships/extended-properties" Target="/docProps/app.xml" Id="R77f58d54ab504f31" /><Relationship Type="http://schemas.openxmlformats.org/officeDocument/2006/relationships/officeDocument" Target="/ppt/presentation.xml" Id="R1d12268ae0094a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fd37f8ea84b8a"/>
  </p:sldMasterIdLst>
  <p:notesMasterIdLst>
    <p:notesMasterId xmlns:r="http://schemas.openxmlformats.org/officeDocument/2006/relationships" r:id="R30a7500140bd4ab6"/>
  </p:notesMasterIdLst>
  <p:sldIdLst>
    <p:sldId xmlns:r="http://schemas.openxmlformats.org/officeDocument/2006/relationships" id="256" r:id="Rfca691393b104a2c"/>
    <p:sldId xmlns:r="http://schemas.openxmlformats.org/officeDocument/2006/relationships" id="257" r:id="Rd0aec4da0d6f43ce"/>
    <p:sldId xmlns:r="http://schemas.openxmlformats.org/officeDocument/2006/relationships" id="258" r:id="R102d318de8e54397"/>
    <p:sldId xmlns:r="http://schemas.openxmlformats.org/officeDocument/2006/relationships" id="259" r:id="R15c34a04fe6e4156"/>
    <p:sldId xmlns:r="http://schemas.openxmlformats.org/officeDocument/2006/relationships" id="260" r:id="R335032ec25a34c5e"/>
    <p:sldId xmlns:r="http://schemas.openxmlformats.org/officeDocument/2006/relationships" id="261" r:id="R1ec9bc593af345da"/>
    <p:sldId xmlns:r="http://schemas.openxmlformats.org/officeDocument/2006/relationships" id="262" r:id="R20359b96d3c641be"/>
    <p:sldId xmlns:r="http://schemas.openxmlformats.org/officeDocument/2006/relationships" id="263" r:id="R15fa04b7376a407f"/>
    <p:sldId xmlns:r="http://schemas.openxmlformats.org/officeDocument/2006/relationships" id="264" r:id="R13d7d54544af4397"/>
    <p:sldId xmlns:r="http://schemas.openxmlformats.org/officeDocument/2006/relationships" id="265" r:id="R11fe9e6c1e754421"/>
    <p:sldId xmlns:r="http://schemas.openxmlformats.org/officeDocument/2006/relationships" id="266" r:id="Rf970328f7b94435a"/>
    <p:sldId xmlns:r="http://schemas.openxmlformats.org/officeDocument/2006/relationships" id="267" r:id="R757fe0da96684da6"/>
    <p:sldId xmlns:r="http://schemas.openxmlformats.org/officeDocument/2006/relationships" id="268" r:id="R1e34645ddba04f89"/>
    <p:sldId xmlns:r="http://schemas.openxmlformats.org/officeDocument/2006/relationships" id="269" r:id="Raaae41b85c024a6b"/>
    <p:sldId xmlns:r="http://schemas.openxmlformats.org/officeDocument/2006/relationships" id="270" r:id="Ra6e5766b83854b18"/>
    <p:sldId xmlns:r="http://schemas.openxmlformats.org/officeDocument/2006/relationships" id="271" r:id="R41947c6d0ee1461d"/>
    <p:sldId xmlns:r="http://schemas.openxmlformats.org/officeDocument/2006/relationships" id="272" r:id="R0d1a119815af4f6f"/>
    <p:sldId xmlns:r="http://schemas.openxmlformats.org/officeDocument/2006/relationships" id="273" r:id="R28b9be22ae83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7876d4d25e41a9" /><Relationship Type="http://schemas.openxmlformats.org/officeDocument/2006/relationships/slideMaster" Target="/ppt/slideMasters/slideMaster1.xml" Id="Ra1dfd37f8ea84b8a" /><Relationship Type="http://schemas.openxmlformats.org/officeDocument/2006/relationships/notesMaster" Target="/ppt/notesMasters/notesMaster1.xml" Id="R30a7500140bd4ab6" /><Relationship Type="http://schemas.openxmlformats.org/officeDocument/2006/relationships/presProps" Target="/ppt/presProps.xml" Id="R5bcfe2f848d14a25" /><Relationship Type="http://schemas.openxmlformats.org/officeDocument/2006/relationships/tableStyles" Target="/ppt/tableStyles.xml" Id="R7256f58bbc894a3b" /><Relationship Type="http://schemas.openxmlformats.org/officeDocument/2006/relationships/slide" Target="/ppt/slides/slide1.xml" Id="Rfca691393b104a2c" /><Relationship Type="http://schemas.openxmlformats.org/officeDocument/2006/relationships/slide" Target="/ppt/slides/slide2.xml" Id="Rd0aec4da0d6f43ce" /><Relationship Type="http://schemas.openxmlformats.org/officeDocument/2006/relationships/slide" Target="/ppt/slides/slide3.xml" Id="R102d318de8e54397" /><Relationship Type="http://schemas.openxmlformats.org/officeDocument/2006/relationships/slide" Target="/ppt/slides/slide4.xml" Id="R15c34a04fe6e4156" /><Relationship Type="http://schemas.openxmlformats.org/officeDocument/2006/relationships/slide" Target="/ppt/slides/slide5.xml" Id="R335032ec25a34c5e" /><Relationship Type="http://schemas.openxmlformats.org/officeDocument/2006/relationships/slide" Target="/ppt/slides/slide6.xml" Id="R1ec9bc593af345da" /><Relationship Type="http://schemas.openxmlformats.org/officeDocument/2006/relationships/slide" Target="/ppt/slides/slide7.xml" Id="R20359b96d3c641be" /><Relationship Type="http://schemas.openxmlformats.org/officeDocument/2006/relationships/slide" Target="/ppt/slides/slide8.xml" Id="R15fa04b7376a407f" /><Relationship Type="http://schemas.openxmlformats.org/officeDocument/2006/relationships/slide" Target="/ppt/slides/slide9.xml" Id="R13d7d54544af4397" /><Relationship Type="http://schemas.openxmlformats.org/officeDocument/2006/relationships/slide" Target="/ppt/slides/slide10.xml" Id="R11fe9e6c1e754421" /><Relationship Type="http://schemas.openxmlformats.org/officeDocument/2006/relationships/slide" Target="/ppt/slides/slide11.xml" Id="Rf970328f7b94435a" /><Relationship Type="http://schemas.openxmlformats.org/officeDocument/2006/relationships/slide" Target="/ppt/slides/slide12.xml" Id="R757fe0da96684da6" /><Relationship Type="http://schemas.openxmlformats.org/officeDocument/2006/relationships/slide" Target="/ppt/slides/slide13.xml" Id="R1e34645ddba04f89" /><Relationship Type="http://schemas.openxmlformats.org/officeDocument/2006/relationships/slide" Target="/ppt/slides/slide14.xml" Id="Raaae41b85c024a6b" /><Relationship Type="http://schemas.openxmlformats.org/officeDocument/2006/relationships/slide" Target="/ppt/slides/slide15.xml" Id="Ra6e5766b83854b18" /><Relationship Type="http://schemas.openxmlformats.org/officeDocument/2006/relationships/slide" Target="/ppt/slides/slide16.xml" Id="R41947c6d0ee1461d" /><Relationship Type="http://schemas.openxmlformats.org/officeDocument/2006/relationships/slide" Target="/ppt/slides/slide17.xml" Id="R0d1a119815af4f6f" /><Relationship Type="http://schemas.openxmlformats.org/officeDocument/2006/relationships/slide" Target="/ppt/slides/slide18.xml" Id="R28b9be22ae83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d55e12809a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044e9b12254b3c" /><Relationship Type="http://schemas.openxmlformats.org/officeDocument/2006/relationships/notesMaster" Target="/ppt/notesMasters/notesMaster1.xml" Id="R3865760add39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5c17c4f7a64b1e" /><Relationship Type="http://schemas.openxmlformats.org/officeDocument/2006/relationships/notesMaster" Target="/ppt/notesMasters/notesMaster1.xml" Id="Rd8c5f2d8b1be46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50ea537d95425b" /><Relationship Type="http://schemas.openxmlformats.org/officeDocument/2006/relationships/notesMaster" Target="/ppt/notesMasters/notesMaster1.xml" Id="Rcc9a6f81de0b40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3f3df5cdfe4264" /><Relationship Type="http://schemas.openxmlformats.org/officeDocument/2006/relationships/notesMaster" Target="/ppt/notesMasters/notesMaster1.xml" Id="R8b153bbbe0a449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37c738eb6043d7" /><Relationship Type="http://schemas.openxmlformats.org/officeDocument/2006/relationships/notesMaster" Target="/ppt/notesMasters/notesMaster1.xml" Id="R5e3b16b6769c41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d2cd92a412425e" /><Relationship Type="http://schemas.openxmlformats.org/officeDocument/2006/relationships/notesMaster" Target="/ppt/notesMasters/notesMaster1.xml" Id="R770ff7f7b1694f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22e89bbf4147f2" /><Relationship Type="http://schemas.openxmlformats.org/officeDocument/2006/relationships/notesMaster" Target="/ppt/notesMasters/notesMaster1.xml" Id="Rd0a0c80e90ef4a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edadf03bd94076" /><Relationship Type="http://schemas.openxmlformats.org/officeDocument/2006/relationships/notesMaster" Target="/ppt/notesMasters/notesMaster1.xml" Id="R047f1790cfaa4b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622157879f4196" /><Relationship Type="http://schemas.openxmlformats.org/officeDocument/2006/relationships/notesMaster" Target="/ppt/notesMasters/notesMaster1.xml" Id="Re21528c1289c46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161164bf554076" /><Relationship Type="http://schemas.openxmlformats.org/officeDocument/2006/relationships/notesMaster" Target="/ppt/notesMasters/notesMaster1.xml" Id="R33688e93f24146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3c42a8743504290" /><Relationship Type="http://schemas.openxmlformats.org/officeDocument/2006/relationships/notesMaster" Target="/ppt/notesMasters/notesMaster1.xml" Id="Rb533371b99f04c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b0bda683494be6" /><Relationship Type="http://schemas.openxmlformats.org/officeDocument/2006/relationships/notesMaster" Target="/ppt/notesMasters/notesMaster1.xml" Id="Re30f2f0376d54d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6a7a35a1fa4e3f" /><Relationship Type="http://schemas.openxmlformats.org/officeDocument/2006/relationships/notesMaster" Target="/ppt/notesMasters/notesMaster1.xml" Id="Rb1ef86241ce345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ee7bd1790d47ae" /><Relationship Type="http://schemas.openxmlformats.org/officeDocument/2006/relationships/notesMaster" Target="/ppt/notesMasters/notesMaster1.xml" Id="Rd300757756ea4fc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c932a0d5d74481" /><Relationship Type="http://schemas.openxmlformats.org/officeDocument/2006/relationships/notesMaster" Target="/ppt/notesMasters/notesMaster1.xml" Id="R560fe2b3fb77428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399b3503134ae7" /><Relationship Type="http://schemas.openxmlformats.org/officeDocument/2006/relationships/notesMaster" Target="/ppt/notesMasters/notesMaster1.xml" Id="R46ebe547942349f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9ad4893e20e41e9" /><Relationship Type="http://schemas.openxmlformats.org/officeDocument/2006/relationships/notesMaster" Target="/ppt/notesMasters/notesMaster1.xml" Id="Rd3befab35c9c4b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f8d5e7a8594d53" /><Relationship Type="http://schemas.openxmlformats.org/officeDocument/2006/relationships/notesMaster" Target="/ppt/notesMasters/notesMaster1.xml" Id="R74540ce46be842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原理 PDF、曲率解析与波包数值模拟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图：能带能量epsilon/Jx与解析零曲率轨迹。坐标kx a/pi、ky a/pi。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H仅表示哈密顿量。原理PDF中格点编号i改写为物理位置x,y，近邻位置明确相差a。每条键计一次，J=2K&gt;0，极化方向+x。单翻转子空间精确闭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3–4 页，式 (20)、(22)、(25)、(29)　改用位置 x、y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图：位置用x,y表示，相邻格点相差晶格间距a，横向与纵向交换分别为Jx与Jy。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(35)–(39)　所有公式显式保留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曲率图面采用坐标(kx*a,ky*a,epsilon/Jx)，以统一轴尺度，数值与上版完全相同。对物理kx,ky的导数保留a和J。二阶混合导数为0。曲率不是Berry曲率，轴缩放改变曲率数值但正轴缩放保留零集合与符号。定义见 https://mathworld.wolfram.com/GaussianCurvature.html 公式(15)。物理导数换算经SymPy验证残差0。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来源：κ 为能量图面的高斯曲率，图中记作 κ_G。H 仅用于哈密顿量。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左图色标epsilon/Jx范围0至4。右图高斯曲率范围正负1，绿线为零曲率，虚线围成中心第一BZ。多BZ为同一带的周期延拓，坐标轴kx a/pi、ky a/pi只是标注刻度单位。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来源：Jᵧ=Jₓ　kₓ、kᵧ 范围均为 −3π/a 至 3π/a，共 3×3 个布里渊区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图：Jy/Jx=1，扩展3x3布里渊区。左epsilon/Jx，右无量纲图面(kx a,ky a,epsilon/Jx)的高斯曲率，范围正负1。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Jy减小时y向色散较弱。曲率数值范围与上一页不同，应读取色标。Jy/Jx&gt;0时零集合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来源：Jᵧ=0.3Jₓ　波矢范围与能量色标不变，右侧曲率色标改为 ±0.3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图：Jy/Jx=0.3，能量色标与上一图相同，曲率色标改为正负0.3。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使用解析精确轨迹，线外留空。m,n只为零曲率线的整数编号，不代表实空间位置。零曲率不等于零能量或零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来源：Jᵧ=Jₓ　左图只画零曲率线上的能量，浅灰背景表示未绘制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图：左侧只画精确零曲率轨迹上的epsilon/Jx，线外留空。右侧为对应完整曲率。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二阶导数对物理波矢求导，单位Jx*a²。旧版Hessian记号H删除，避免与哈密顿量混用。二阶导数控制二次谱相位，一般不等于图面主曲率。k中心单位1/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来源：以下固定 Jᵧ=Jₓ。中列依次为能带对 kₓ、kᵧ 的二阶导数。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图：中心波矢A=(0.7/a,0.7/a)，B=(pi/(2a),0.7/a)，C=(pi/(2a),pi/(2a))。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Gaussian振幅用物理x,y,sigma表示，无格点编号及替换宽度。归一化常数N只保证总概率1。谱宽Delta kx=Delta ky约1/(2sigma)=1/(12a)。背景高斯曲率范围正负.3，等高线为FFT谱功率相对峰值.1,.5,.9。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来源：σ=6a，Jᵧ=Jₓ。kₓ₀、kᵧ₀ 为中心波矢，σ 为每个方向的初始概率宽度。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图：局部波矢坐标为(kx-kx0)a和(ky-ky0)a。圆线表示初始谱功率相对峰值0.1、0.5、0.9。sigma=6a，Delta k=1/(12a)。背景曲率正负0.3。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初始概率分布完全相同，只改变中心波矢。A0为共同初始振幅峰值。每个像素为实际格点，未插值。P0=A0²。Repsi不表示固定单磁子数态的横向自旋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来源：σ=6a，Jᵧ=Jₓ，t=0　A₀=max|ψ(x,y,0)|，色标 Reψ/A₀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图：t=0，sigma=6a，Jy/Jx=1。总概率1，相同初始包络，固定A0=max|psi(x,y,0)|。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均在各自质心坐标显示，不缩放宽度，不逐图重标峰值。共同P0=maxP(x,y,0)。虚线半径2sigma。数值宽度及F均沿用验证数据，物理单位显式补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来源：σ=6a，Jᵧ=Jₓ，512×512 格点，完整余弦色散，t=180ℏ/Jₓ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图：t=180 hbar/Jx，sigma=6a，Jy/Jx=1。各自质心坐标，固定共同P0=maxP(x,y,0)，虚线半径2sigma。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GIF各自共动坐标，Repsi固定相位及A0。没有逐帧重定相位。固定单磁子数态横向自旋均值为0，沿极化方向&lt;Sx&gt;=1/2-P。PDF只显示首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来源：σ=6a，Jᵧ=Jₓ，512×512 格点，完整余弦色散，t=0 至 180ℏ/Jₓ，共 61 帧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图：三中心，同sigma=6a，t=0至180 hbar/Jx，共61帧，各自质心坐标，固定初始相位和A0。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使用完整概率矩，sigma_x²=sum(x-meanx)²P。无初始chirp时独立检查位置方差随物理时间的关系sigma_i²(t)=sigma_i²(0)+Var(v_i)t²。图横轴数值单位hbar/J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来源：σₓ、σᵧ 分别为相对概率质心的 RMS 宽度，初始值均为 6a。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参考态psi_ref(x,y,t)=psi(x-meanvx*t,y-meanvy*t,0)，平移使用谱相位实现。F包括相位，不只是概率形状重叠。上图扣除平移相位与共同谱平均相位，范围正负3rad。参考态与演化态使用同一晶格归一化，F对整体相位不敏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来源：F(t) 是波包与“按自身平均速度平移的初态”的重叠平方。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图：t=180 hbar/Jx，减去按谱平均速度平移所需的相位及谱平均公共相位，所有面板正负3rad。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不同初始概率宽度4a、6a、8a，比较到t=360hbar/Jx。初始空间资源不同，不是同初宽对照。Delta k在每方向是1/(2sigma)，表中数值单位1/a。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 点 (kₓ₀,kᵧ₀)=(π/2a,π/2a)，Jᵧ=Jₓ，1024×1024 格点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下面为交点处展开：减去常数Jx+Jy及线性项Jx*a(kx-pi/(2a))+Jy*a(ky-pi/(2a))，得到三次项-a³[Jx(kx-pi/(2a))³+Jy(ky-pi/(2a))³]/6。余项为五阶及以上。图用完整能带模拟，不是三阶截断。独立sigma4控制，区别于主比较sigma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来源：中心 (π/2a,π/2a)，Jᵧ=Jₓ，σ=4a，t=0、180ℏ/Jₓ、360ℏ/Jₓ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图：位置x,y与波矢kx,ky均为物理变量，a为晶格间距，hbar显式保留。</a:t>
            </a:r>
          </a:p>
          <a:p xmlns:a="http://schemas.openxmlformats.org/drawingml/2006/main">
            <a:br/>
            <a:r>
              <a:t>图：C中心，sigma=4a，t=0,180,360 hbar/Jx。右图减去常数与一次项后的epsilon/Jx，横轴(kx-pi/(2a))a，ky=pi/(2a)。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只改Jy/Jx从1到.3，B中心固定。对物理ky的二阶导数为Jy*a² cos.7。Jy降低同时降低y平均群速度和速度方差，固定时间比较不等于固定行进距离。均速数字的单位Jx*a/hbar。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来源：B 点 (kₓ₀,kᵧ₀)=(π/2a,0.7/a)，σ=6a，t=180ℏ/Jₓ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  <a:p xmlns:a="http://schemas.openxmlformats.org/drawingml/2006/main">
            <a:br/>
            <a:r>
              <a:t>图：B中心，固定sigma=6a和t=180 hbar/Jx，比较Jy/Jx=1和0.3。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物理变量x,y,kx,ky,epsilon,t。a为晶格间距，x,y取晶格位置。epsilon=E_k-E_F。psi已去掉E_F公共相位，固定初始相位。时轴数字以hbar/Jx为单位，位置与宽度以a为单位。传播为完整余弦色散的精确谱演化，内部存储数组保持原数值，物理谱相位epsilon*t/hbar不变。主比较初始概率RMS宽度6a、t=180hbar/Jx，行进距离不同。总概率为1。均匀、自旋1/2、铁磁、单磁子、零外场、无耗散。本轮仅统一符号与物理单位，保留原18页主线和全部数值。完成曲率解析、3x3BZ、9组受控模拟。原数据与原理PDF保留。实际材料、阻尼、制备、等距离优化仍为后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来源：当前范围：均匀、零外场、无耗散的自旋 1/2 铁磁单磁子模型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863a283cbf4c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4e936dc5b4b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8fc7c27be4d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35c1bbc7c4c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f02f7c5134c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af37d69d6a43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5E03F8-CD4F-4F0C-BBFF-EFD885F42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3F2E92-4DD5-4890-9BC6-C8C6673DCC9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5A7D41-1FE7-44AE-9636-7F8F257D8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0D8E269-E92C-4F50-A7C5-B1CA8E4EB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2E3FE72-83C2-49AA-84C6-C697E7E631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D5E28-65AF-4F57-B569-18CEE2A769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73204B-35DD-4818-B99F-0CA4F694C7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8BA3DD-F00C-4420-9B6A-779BD0695D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ED4B4A-50D0-4C83-917F-F6505DDB4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FF47B5-916D-4E91-A9FA-5CDE98842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d6ef1a6f9848d5" /><Relationship Type="http://schemas.openxmlformats.org/officeDocument/2006/relationships/slideLayout" Target="/ppt/slideLayouts/slideLayout1.xml" Id="R23ca5347f9334787" /><Relationship Type="http://schemas.openxmlformats.org/officeDocument/2006/relationships/slideLayout" Target="/ppt/slideLayouts/slideLayout2.xml" Id="Rff9c348b859b49af" /><Relationship Type="http://schemas.openxmlformats.org/officeDocument/2006/relationships/slideLayout" Target="/ppt/slideLayouts/slideLayout3.xml" Id="R38e2bc2bca3c4ac5" /><Relationship Type="http://schemas.openxmlformats.org/officeDocument/2006/relationships/slideLayout" Target="/ppt/slideLayouts/slideLayout4.xml" Id="R53e24bcd76904014" /><Relationship Type="http://schemas.openxmlformats.org/officeDocument/2006/relationships/slideLayout" Target="/ppt/slideLayouts/slideLayout5.xml" Id="Ref5a4a20666c478c" /><Relationship Type="http://schemas.openxmlformats.org/officeDocument/2006/relationships/slideLayout" Target="/ppt/slideLayouts/slideLayout6.xml" Id="Re5b6eb34b89a4e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a5347f9334787"/>
    <p:sldLayoutId xmlns:r="http://schemas.openxmlformats.org/officeDocument/2006/relationships" id="2147483650" r:id="Rff9c348b859b49af"/>
    <p:sldLayoutId xmlns:r="http://schemas.openxmlformats.org/officeDocument/2006/relationships" id="2147483651" r:id="R38e2bc2bca3c4ac5"/>
    <p:sldLayoutId xmlns:r="http://schemas.openxmlformats.org/officeDocument/2006/relationships" id="2147483652" r:id="R53e24bcd76904014"/>
    <p:sldLayoutId xmlns:r="http://schemas.openxmlformats.org/officeDocument/2006/relationships" id="2147483653" r:id="Ref5a4a20666c478c"/>
    <p:sldLayoutId xmlns:r="http://schemas.openxmlformats.org/officeDocument/2006/relationships" id="2147483654" r:id="Re5b6eb34b89a4e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ee875a11e4868" /><Relationship Type="http://schemas.openxmlformats.org/officeDocument/2006/relationships/image" Target="/ppt/media/image.png" Id="R2d4140e49cc2416b" /><Relationship Type="http://schemas.openxmlformats.org/officeDocument/2006/relationships/image" Target="/ppt/media/image2.png" Id="R99ed561b214643d6" /><Relationship Type="http://schemas.openxmlformats.org/officeDocument/2006/relationships/notesSlide" Target="/ppt/notesSlides/notesSlide1.xml" Id="R34ccd2dcc0fc4c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2048f8ef9a4d17" /><Relationship Type="http://schemas.openxmlformats.org/officeDocument/2006/relationships/image" Target="/ppt/media/image3.png" Id="Ra3e18023ae1e4102" /><Relationship Type="http://schemas.openxmlformats.org/officeDocument/2006/relationships/image" Target="/ppt/media/image4.png" Id="Rd245baa0ddff4c04" /><Relationship Type="http://schemas.openxmlformats.org/officeDocument/2006/relationships/image" Target="/ppt/media/image5.png" Id="R883ad9e967e64a0e" /><Relationship Type="http://schemas.openxmlformats.org/officeDocument/2006/relationships/image" Target="/ppt/media/image6.png" Id="Rdb72087513944733" /><Relationship Type="http://schemas.openxmlformats.org/officeDocument/2006/relationships/notesSlide" Target="/ppt/notesSlides/notesSlide2.xml" Id="Re1631612301040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0cc6e85834dd0" /><Relationship Type="http://schemas.openxmlformats.org/officeDocument/2006/relationships/image" Target="/ppt/media/image7.png" Id="Rcc65a9cb2f1747fb" /><Relationship Type="http://schemas.openxmlformats.org/officeDocument/2006/relationships/image" Target="/ppt/media/image8.png" Id="R611cfa583d8a49be" /><Relationship Type="http://schemas.openxmlformats.org/officeDocument/2006/relationships/notesSlide" Target="/ppt/notesSlides/notesSlide3.xml" Id="Rd3cef7d4afbf47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14a5954903409a" /><Relationship Type="http://schemas.openxmlformats.org/officeDocument/2006/relationships/image" Target="/ppt/media/image9.png" Id="Rfd230c044aaa46e9" /><Relationship Type="http://schemas.openxmlformats.org/officeDocument/2006/relationships/image" Target="/ppt/media/image10.png" Id="R249eaf9ff7a54110" /><Relationship Type="http://schemas.openxmlformats.org/officeDocument/2006/relationships/image" Target="/ppt/media/image11.png" Id="R03393e9fdde34899" /><Relationship Type="http://schemas.openxmlformats.org/officeDocument/2006/relationships/notesSlide" Target="/ppt/notesSlides/notesSlide4.xml" Id="R62210ef9b7ff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665e258f645ff" /><Relationship Type="http://schemas.openxmlformats.org/officeDocument/2006/relationships/image" Target="/ppt/media/image12.png" Id="R472307c37f7a45df" /><Relationship Type="http://schemas.openxmlformats.org/officeDocument/2006/relationships/notesSlide" Target="/ppt/notesSlides/notesSlide5.xml" Id="Rb45d1b89742243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eec7de9377490a" /><Relationship Type="http://schemas.openxmlformats.org/officeDocument/2006/relationships/image" Target="/ppt/media/image13.png" Id="Ref08193e1c9e46a1" /><Relationship Type="http://schemas.openxmlformats.org/officeDocument/2006/relationships/notesSlide" Target="/ppt/notesSlides/notesSlide6.xml" Id="R85554e6fdf5740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997c229d2448c" /><Relationship Type="http://schemas.openxmlformats.org/officeDocument/2006/relationships/image" Target="/ppt/media/image14.png" Id="Rbbc65e4e03e94304" /><Relationship Type="http://schemas.openxmlformats.org/officeDocument/2006/relationships/image" Target="/ppt/media/image15.png" Id="Rf108beb5057b472f" /><Relationship Type="http://schemas.openxmlformats.org/officeDocument/2006/relationships/notesSlide" Target="/ppt/notesSlides/notesSlide7.xml" Id="R87442381c89e410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331c6c3d54056" /><Relationship Type="http://schemas.openxmlformats.org/officeDocument/2006/relationships/image" Target="/ppt/media/image16.png" Id="R02ece052dab54a16" /><Relationship Type="http://schemas.openxmlformats.org/officeDocument/2006/relationships/notesSlide" Target="/ppt/notesSlides/notesSlide8.xml" Id="R737f1342adde49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9fdf4a0134301" /><Relationship Type="http://schemas.openxmlformats.org/officeDocument/2006/relationships/image" Target="/ppt/media/image17.png" Id="R008348497fb74447" /><Relationship Type="http://schemas.openxmlformats.org/officeDocument/2006/relationships/image" Target="/ppt/media/image18.png" Id="R4a96f6e3ce8f41e5" /><Relationship Type="http://schemas.openxmlformats.org/officeDocument/2006/relationships/notesSlide" Target="/ppt/notesSlides/notesSlide9.xml" Id="R86971f1e0c034d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62205298f4988" /><Relationship Type="http://schemas.openxmlformats.org/officeDocument/2006/relationships/image" Target="/ppt/media/image19.png" Id="Racebab7297b54a75" /><Relationship Type="http://schemas.openxmlformats.org/officeDocument/2006/relationships/notesSlide" Target="/ppt/notesSlides/notesSlide10.xml" Id="Ra955d156ce6744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534f16a3f4028" /><Relationship Type="http://schemas.openxmlformats.org/officeDocument/2006/relationships/image" Target="/ppt/media/image20.png" Id="Rb2c63755945f4bec" /><Relationship Type="http://schemas.openxmlformats.org/officeDocument/2006/relationships/notesSlide" Target="/ppt/notesSlides/notesSlide11.xml" Id="R63449b4a8d2747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a232d479bb4302" /><Relationship Type="http://schemas.openxmlformats.org/officeDocument/2006/relationships/image" Target="/ppt/media/image.gif" Id="Rd3ddc2636cbd4071" /><Relationship Type="http://schemas.openxmlformats.org/officeDocument/2006/relationships/notesSlide" Target="/ppt/notesSlides/notesSlide12.xml" Id="R02fee37ac90040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d63c23200c4731" /><Relationship Type="http://schemas.openxmlformats.org/officeDocument/2006/relationships/chart" Target="/ppt/slides/charts/chart1.xml" Id="Rd1a87de1baa24cec" /><Relationship Type="http://schemas.openxmlformats.org/officeDocument/2006/relationships/chart" Target="/ppt/slides/charts/chart2.xml" Id="Rb04204e8a41a4922" /><Relationship Type="http://schemas.openxmlformats.org/officeDocument/2006/relationships/notesSlide" Target="/ppt/notesSlides/notesSlide13.xml" Id="R8c57e549687448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218ba1f2ad4e85" /><Relationship Type="http://schemas.openxmlformats.org/officeDocument/2006/relationships/image" Target="/ppt/media/image21.png" Id="R9af563d2e31746cf" /><Relationship Type="http://schemas.openxmlformats.org/officeDocument/2006/relationships/image" Target="/ppt/media/image22.png" Id="R342dbb5f4d8c47a7" /><Relationship Type="http://schemas.openxmlformats.org/officeDocument/2006/relationships/chart" Target="/ppt/slides/charts/chart3.xml" Id="Reb1480b335a54d0f" /><Relationship Type="http://schemas.openxmlformats.org/officeDocument/2006/relationships/notesSlide" Target="/ppt/notesSlides/notesSlide14.xml" Id="R60ff0fd1c9a341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9a1d06fe44bcb" /><Relationship Type="http://schemas.openxmlformats.org/officeDocument/2006/relationships/chart" Target="/ppt/slides/charts/chart4.xml" Id="R04b1b02119b6412e" /><Relationship Type="http://schemas.openxmlformats.org/officeDocument/2006/relationships/notesSlide" Target="/ppt/notesSlides/notesSlide15.xml" Id="R0ff13e6ae2654b1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11fdf057a34a53" /><Relationship Type="http://schemas.openxmlformats.org/officeDocument/2006/relationships/image" Target="/ppt/media/image23.png" Id="Reca7069cb86347eb" /><Relationship Type="http://schemas.openxmlformats.org/officeDocument/2006/relationships/image" Target="/ppt/media/image24.png" Id="R96ec725a0a874308" /><Relationship Type="http://schemas.openxmlformats.org/officeDocument/2006/relationships/notesSlide" Target="/ppt/notesSlides/notesSlide16.xml" Id="R4133fc6516bc40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925b407abd4098" /><Relationship Type="http://schemas.openxmlformats.org/officeDocument/2006/relationships/image" Target="/ppt/media/image25.png" Id="R11cf20b6a2494bd8" /><Relationship Type="http://schemas.openxmlformats.org/officeDocument/2006/relationships/chart" Target="/ppt/slides/charts/chart5.xml" Id="Rfb19dd7310be4311" /><Relationship Type="http://schemas.openxmlformats.org/officeDocument/2006/relationships/notesSlide" Target="/ppt/notesSlides/notesSlide17.xml" Id="R4d9e19f0ab8542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a79fc66f14ecb" /><Relationship Type="http://schemas.openxmlformats.org/officeDocument/2006/relationships/notesSlide" Target="/ppt/notesSlides/notesSlide18.xml" Id="R4f541d29579c484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6.146829358114048</c:v>
              </c:pt>
              <c:pt idx="8">
                <c:v>6.191081001018526</c:v>
              </c:pt>
              <c:pt idx="9">
                <c:v>6.240853558477321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6.7318597612168265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7.214679509164265</c:v>
              </c:pt>
              <c:pt idx="22">
                <c:v>7.322344054766037</c:v>
              </c:pt>
              <c:pt idx="23">
                <c:v>7.433346545571988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8.161548577156376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8.977069618996982</c:v>
              </c:pt>
              <c:pt idx="36">
                <c:v>9.119871173089258</c:v>
              </c:pt>
              <c:pt idx="37">
                <c:v>9.264400566521124</c:v>
              </c:pt>
              <c:pt idx="38">
                <c:v>9.410578190204681</c:v>
              </c:pt>
              <c:pt idx="39">
                <c:v>9.558328424193308</c:v>
              </c:pt>
              <c:pt idx="40">
                <c:v>9.707579462941013</c:v>
              </c:pt>
              <c:pt idx="41">
                <c:v>9.858263141531229</c:v>
              </c:pt>
              <c:pt idx="42">
                <c:v>10.010314764272845</c:v>
              </c:pt>
              <c:pt idx="43">
                <c:v>10.163672936775917</c:v>
              </c:pt>
              <c:pt idx="44">
                <c:v>10.31827940237471</c:v>
              </c:pt>
              <c:pt idx="45">
                <c:v>10.474078883557052</c:v>
              </c:pt>
              <c:pt idx="46">
                <c:v>10.631018928882968</c:v>
              </c:pt>
              <c:pt idx="47">
                <c:v>10.789049765727604</c:v>
              </c:pt>
              <c:pt idx="48">
                <c:v>10.948124159060876</c:v>
              </c:pt>
              <c:pt idx="49">
                <c:v>11.108197276374984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12.253355217957886</c:v>
              </c:pt>
              <c:pt idx="57">
                <c:v>12.420052705862446</c:v>
              </c:pt>
              <c:pt idx="58">
                <c:v>12.587434238522679</c:v>
              </c:pt>
              <c:pt idx="59">
                <c:v>12.755472887182643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6.000017959384353</c:v>
              </c:pt>
              <c:pt idx="2">
                <c:v>6.000071837214877</c:v>
              </c:pt>
              <c:pt idx="3">
                <c:v>6.000161632523994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6.001149292246098</c:v>
              </c:pt>
              <c:pt idx="9">
                <c:v>6.001454536003509</c:v>
              </c:pt>
              <c:pt idx="10">
                <c:v>6.00179567241987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6.003034373213071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6.004595849122852</c:v>
              </c:pt>
              <c:pt idx="17">
                <c:v>6.005188026877352</c:v>
              </c:pt>
              <c:pt idx="18">
                <c:v>6.00581603038824</c:v>
              </c:pt>
              <c:pt idx="19">
                <c:v>6.006479848418304</c:v>
              </c:pt>
              <c:pt idx="20">
                <c:v>6.00717946909459</c:v>
              </c:pt>
              <c:pt idx="21">
                <c:v>6.007914879909459</c:v>
              </c:pt>
              <c:pt idx="22">
                <c:v>6.008686067721709</c:v>
              </c:pt>
              <c:pt idx="23">
                <c:v>6.009493018757741</c:v>
              </c:pt>
              <c:pt idx="24">
                <c:v>6.010335718612783</c:v>
              </c:pt>
              <c:pt idx="25">
                <c:v>6.011214152252172</c:v>
              </c:pt>
              <c:pt idx="26">
                <c:v>6.012128304012691</c:v>
              </c:pt>
              <c:pt idx="27">
                <c:v>6.013078157603958</c:v>
              </c:pt>
              <c:pt idx="28">
                <c:v>6.014063696109863</c:v>
              </c:pt>
              <c:pt idx="29">
                <c:v>6.015084901990083</c:v>
              </c:pt>
              <c:pt idx="30">
                <c:v>6.016141757081609</c:v>
              </c:pt>
              <c:pt idx="31">
                <c:v>6.017234242600374</c:v>
              </c:pt>
              <c:pt idx="32">
                <c:v>6.0183623391428975</c:v>
              </c:pt>
              <c:pt idx="33">
                <c:v>6.019526026687998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6.030114198202493</c:v>
              </c:pt>
              <c:pt idx="42">
                <c:v>6.031597202810374</c:v>
              </c:pt>
              <c:pt idx="43">
                <c:v>6.0331155646486785</c:v>
              </c:pt>
              <c:pt idx="44">
                <c:v>6.03466925702908</c:v>
              </c:pt>
              <c:pt idx="45">
                <c:v>6.036258252670046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6.0412367774927125</c:v>
              </c:pt>
              <c:pt idx="49">
                <c:v>6.042966701579953</c:v>
              </c:pt>
              <c:pt idx="50">
                <c:v>6.044731783706139</c:v>
              </c:pt>
              <c:pt idx="51">
                <c:v>6.046531993081643</c:v>
              </c:pt>
              <c:pt idx="52">
                <c:v>6.048367298341105</c:v>
              </c:pt>
              <c:pt idx="53">
                <c:v>6.050237667546117</c:v>
              </c:pt>
              <c:pt idx="54">
                <c:v>6.052143068187929</c:v>
              </c:pt>
              <c:pt idx="55">
                <c:v>6.05408346719023</c:v>
              </c:pt>
              <c:pt idx="56">
                <c:v>6.056058830911946</c:v>
              </c:pt>
              <c:pt idx="57">
                <c:v>6.058069125150073</c:v>
              </c:pt>
              <c:pt idx="58">
                <c:v>6.06011431514259</c:v>
              </c:pt>
              <c:pt idx="59">
                <c:v>6.06219436557137</c:v>
              </c:pt>
              <c:pt idx="60">
                <c:v>6.064309240565158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</c:v>
              </c:pt>
              <c:pt idx="1">
                <c:v>6.000017959384353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6.000448968483064</c:v>
              </c:pt>
              <c:pt idx="6">
                <c:v>6.00064650397372</c:v>
              </c:pt>
              <c:pt idx="7">
                <c:v>6.000879946624841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6.002172695375254</c:v>
              </c:pt>
              <c:pt idx="12">
                <c:v>6.002585598107549</c:v>
              </c:pt>
              <c:pt idx="13">
                <c:v>6.00303437321307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6.004595849122854</c:v>
              </c:pt>
              <c:pt idx="17">
                <c:v>6.005188026877352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6.009493018757741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6.013078157603958</c:v>
              </c:pt>
              <c:pt idx="28">
                <c:v>6.014063696109864</c:v>
              </c:pt>
              <c:pt idx="29">
                <c:v>6.0150849019900825</c:v>
              </c:pt>
              <c:pt idx="30">
                <c:v>6.016141757081609</c:v>
              </c:pt>
              <c:pt idx="31">
                <c:v>6.017234242600372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6.0232304258988325</c:v>
              </c:pt>
              <c:pt idx="37">
                <c:v>6.02453626495121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6.036258252670045</c:v>
              </c:pt>
              <c:pt idx="46">
                <c:v>6.0378825236991895</c:v>
              </c:pt>
              <c:pt idx="47">
                <c:v>6.039542041655687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6.0502376675461145</c:v>
              </c:pt>
              <c:pt idx="54">
                <c:v>6.052143068187929</c:v>
              </c:pt>
              <c:pt idx="55">
                <c:v>6.054083467190232</c:v>
              </c:pt>
              <c:pt idx="56">
                <c:v>6.056058830911944</c:v>
              </c:pt>
              <c:pt idx="57">
                <c:v>6.058069125150073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 RMS 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</c:v>
              </c:pt>
              <c:pt idx="7">
                <c:v>6.146829358114046</c:v>
              </c:pt>
              <c:pt idx="8">
                <c:v>6.191081001018527</c:v>
              </c:pt>
              <c:pt idx="9">
                <c:v>6.24085355847732</c:v>
              </c:pt>
              <c:pt idx="10">
                <c:v>6.296016096654466</c:v>
              </c:pt>
              <c:pt idx="11">
                <c:v>6.356428290643408</c:v>
              </c:pt>
              <c:pt idx="12">
                <c:v>6.421941989199083</c:v>
              </c:pt>
              <c:pt idx="13">
                <c:v>6.492402758992336</c:v>
              </c:pt>
              <c:pt idx="14">
                <c:v>6.567651378620137</c:v>
              </c:pt>
              <c:pt idx="15">
                <c:v>6.647525257642674</c:v>
              </c:pt>
              <c:pt idx="16">
                <c:v>6.731859761216826</c:v>
              </c:pt>
              <c:pt idx="17">
                <c:v>6.820489426146035</c:v>
              </c:pt>
              <c:pt idx="18">
                <c:v>6.913249059120908</c:v>
              </c:pt>
              <c:pt idx="19">
                <c:v>7.00997471240011</c:v>
              </c:pt>
              <c:pt idx="20">
                <c:v>7.110504536059909</c:v>
              </c:pt>
              <c:pt idx="21">
                <c:v>7.214679509164266</c:v>
              </c:pt>
              <c:pt idx="22">
                <c:v>7.322344054766038</c:v>
              </c:pt>
              <c:pt idx="23">
                <c:v>7.433346545571987</c:v>
              </c:pt>
              <c:pt idx="24">
                <c:v>7.547539708444938</c:v>
              </c:pt>
              <c:pt idx="25">
                <c:v>7.664780936747366</c:v>
              </c:pt>
              <c:pt idx="26">
                <c:v>7.784932519931385</c:v>
              </c:pt>
              <c:pt idx="27">
                <c:v>7.907861799831307</c:v>
              </c:pt>
              <c:pt idx="28">
                <c:v>8.033441262893751</c:v>
              </c:pt>
              <c:pt idx="29">
                <c:v>8.161548577156374</c:v>
              </c:pt>
              <c:pt idx="30">
                <c:v>8.292066582221178</c:v>
              </c:pt>
              <c:pt idx="31">
                <c:v>8.42488323981299</c:v>
              </c:pt>
              <c:pt idx="32">
                <c:v>8.55989155181075</c:v>
              </c:pt>
              <c:pt idx="33">
                <c:v>8.696989451921104</c:v>
              </c:pt>
              <c:pt idx="34">
                <c:v>8.83607967645604</c:v>
              </c:pt>
              <c:pt idx="35">
                <c:v>8.977069618996984</c:v>
              </c:pt>
              <c:pt idx="36">
                <c:v>9.119871173089257</c:v>
              </c:pt>
              <c:pt idx="37">
                <c:v>9.264400566521124</c:v>
              </c:pt>
              <c:pt idx="38">
                <c:v>9.410578190204683</c:v>
              </c:pt>
              <c:pt idx="39">
                <c:v>9.558328424193308</c:v>
              </c:pt>
              <c:pt idx="40">
                <c:v>9.707579462941014</c:v>
              </c:pt>
              <c:pt idx="41">
                <c:v>9.858263141531229</c:v>
              </c:pt>
              <c:pt idx="42">
                <c:v>10.010314764272843</c:v>
              </c:pt>
              <c:pt idx="43">
                <c:v>10.163672936775916</c:v>
              </c:pt>
              <c:pt idx="44">
                <c:v>10.318279402374708</c:v>
              </c:pt>
              <c:pt idx="45">
                <c:v>10.47407888355705</c:v>
              </c:pt>
              <c:pt idx="46">
                <c:v>10.631018928882968</c:v>
              </c:pt>
              <c:pt idx="47">
                <c:v>10.789049765727603</c:v>
              </c:pt>
              <c:pt idx="48">
                <c:v>10.948124159060876</c:v>
              </c:pt>
              <c:pt idx="49">
                <c:v>11.108197276374982</c:v>
              </c:pt>
              <c:pt idx="50">
                <c:v>11.269226558788466</c:v>
              </c:pt>
              <c:pt idx="51">
                <c:v>11.431171598288989</c:v>
              </c:pt>
              <c:pt idx="52">
                <c:v>11.593994021024027</c:v>
              </c:pt>
              <c:pt idx="53">
                <c:v>11.757657376507433</c:v>
              </c:pt>
              <c:pt idx="54">
                <c:v>11.922127032577912</c:v>
              </c:pt>
              <c:pt idx="55">
                <c:v>12.087370075922102</c:v>
              </c:pt>
              <c:pt idx="56">
                <c:v>12.253355217957887</c:v>
              </c:pt>
              <c:pt idx="57">
                <c:v>12.420052705862444</c:v>
              </c:pt>
              <c:pt idx="58">
                <c:v>12.587434238522679</c:v>
              </c:pt>
              <c:pt idx="59">
                <c:v>12.755472887182641</c:v>
              </c:pt>
              <c:pt idx="60">
                <c:v>12.924143020562596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6.000017959384354</c:v>
              </c:pt>
              <c:pt idx="2">
                <c:v>6.000071837214876</c:v>
              </c:pt>
              <c:pt idx="3">
                <c:v>6.000161632523995</c:v>
              </c:pt>
              <c:pt idx="4">
                <c:v>6.0002873436991715</c:v>
              </c:pt>
              <c:pt idx="5">
                <c:v>6.000448968483065</c:v>
              </c:pt>
              <c:pt idx="6">
                <c:v>6.000646503973721</c:v>
              </c:pt>
              <c:pt idx="7">
                <c:v>6.000879946624842</c:v>
              </c:pt>
              <c:pt idx="8">
                <c:v>6.001149292246099</c:v>
              </c:pt>
              <c:pt idx="9">
                <c:v>6.001454536003509</c:v>
              </c:pt>
              <c:pt idx="10">
                <c:v>6.001795672419871</c:v>
              </c:pt>
              <c:pt idx="11">
                <c:v>6.002172695375255</c:v>
              </c:pt>
              <c:pt idx="12">
                <c:v>6.002585598107548</c:v>
              </c:pt>
              <c:pt idx="13">
                <c:v>6.003034373213069</c:v>
              </c:pt>
              <c:pt idx="14">
                <c:v>6.003519012647221</c:v>
              </c:pt>
              <c:pt idx="15">
                <c:v>6.004039507725215</c:v>
              </c:pt>
              <c:pt idx="16">
                <c:v>6.004595849122853</c:v>
              </c:pt>
              <c:pt idx="17">
                <c:v>6.0051880268773505</c:v>
              </c:pt>
              <c:pt idx="18">
                <c:v>6.005816030388241</c:v>
              </c:pt>
              <c:pt idx="19">
                <c:v>6.006479848418305</c:v>
              </c:pt>
              <c:pt idx="20">
                <c:v>6.007179469094588</c:v>
              </c:pt>
              <c:pt idx="21">
                <c:v>6.007914879909459</c:v>
              </c:pt>
              <c:pt idx="22">
                <c:v>6.00868606772171</c:v>
              </c:pt>
              <c:pt idx="23">
                <c:v>6.00949301875774</c:v>
              </c:pt>
              <c:pt idx="24">
                <c:v>6.010335718612782</c:v>
              </c:pt>
              <c:pt idx="25">
                <c:v>6.0112141522521725</c:v>
              </c:pt>
              <c:pt idx="26">
                <c:v>6.012128304012692</c:v>
              </c:pt>
              <c:pt idx="27">
                <c:v>6.013078157603957</c:v>
              </c:pt>
              <c:pt idx="28">
                <c:v>6.014063696109863</c:v>
              </c:pt>
              <c:pt idx="29">
                <c:v>6.015084901990082</c:v>
              </c:pt>
              <c:pt idx="30">
                <c:v>6.016141757081609</c:v>
              </c:pt>
              <c:pt idx="31">
                <c:v>6.017234242600373</c:v>
              </c:pt>
              <c:pt idx="32">
                <c:v>6.018362339142896</c:v>
              </c:pt>
              <c:pt idx="33">
                <c:v>6.0195260266879975</c:v>
              </c:pt>
              <c:pt idx="34">
                <c:v>6.020725284598558</c:v>
              </c:pt>
              <c:pt idx="35">
                <c:v>6.021960091623336</c:v>
              </c:pt>
              <c:pt idx="36">
                <c:v>6.023230425898832</c:v>
              </c:pt>
              <c:pt idx="37">
                <c:v>6.024536264951209</c:v>
              </c:pt>
              <c:pt idx="38">
                <c:v>6.02587758569826</c:v>
              </c:pt>
              <c:pt idx="39">
                <c:v>6.0272543644514185</c:v>
              </c:pt>
              <c:pt idx="40">
                <c:v>6.028666576917835</c:v>
              </c:pt>
              <c:pt idx="41">
                <c:v>6.030114198202492</c:v>
              </c:pt>
              <c:pt idx="42">
                <c:v>6.0315972028103735</c:v>
              </c:pt>
              <c:pt idx="43">
                <c:v>6.0331155646486785</c:v>
              </c:pt>
              <c:pt idx="44">
                <c:v>6.034669257029079</c:v>
              </c:pt>
              <c:pt idx="45">
                <c:v>6.036258252670044</c:v>
              </c:pt>
              <c:pt idx="46">
                <c:v>6.0378825236991895</c:v>
              </c:pt>
              <c:pt idx="47">
                <c:v>6.039542041655686</c:v>
              </c:pt>
              <c:pt idx="48">
                <c:v>6.04123677749271</c:v>
              </c:pt>
              <c:pt idx="49">
                <c:v>6.04296670157995</c:v>
              </c:pt>
              <c:pt idx="50">
                <c:v>6.044731783706138</c:v>
              </c:pt>
              <c:pt idx="51">
                <c:v>6.046531993081643</c:v>
              </c:pt>
              <c:pt idx="52">
                <c:v>6.048367298341104</c:v>
              </c:pt>
              <c:pt idx="53">
                <c:v>6.050237667546114</c:v>
              </c:pt>
              <c:pt idx="54">
                <c:v>6.05214306818793</c:v>
              </c:pt>
              <c:pt idx="55">
                <c:v>6.054083467190232</c:v>
              </c:pt>
              <c:pt idx="56">
                <c:v>6.056058830911943</c:v>
              </c:pt>
              <c:pt idx="57">
                <c:v>6.058069125150072</c:v>
              </c:pt>
              <c:pt idx="58">
                <c:v>6.060114315142588</c:v>
              </c:pt>
              <c:pt idx="59">
                <c:v>6.0621943655713695</c:v>
              </c:pt>
              <c:pt idx="60">
                <c:v>6.064309240565156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相对平移初态的重叠 F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A 普通点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0.9997475068670034</c:v>
              </c:pt>
              <c:pt idx="2">
                <c:v>0.9989907946691869</c:v>
              </c:pt>
              <c:pt idx="3">
                <c:v>0.9977321590786538</c:v>
              </c:pt>
              <c:pt idx="4">
                <c:v>0.9959754065323531</c:v>
              </c:pt>
              <c:pt idx="5">
                <c:v>0.9937258250136651</c:v>
              </c:pt>
              <c:pt idx="6">
                <c:v>0.9909901437516666</c:v>
              </c:pt>
              <c:pt idx="7">
                <c:v>0.9877764824252614</c:v>
              </c:pt>
              <c:pt idx="8">
                <c:v>0.9840942906023503</c:v>
              </c:pt>
              <c:pt idx="9">
                <c:v>0.9799542782699177</c:v>
              </c:pt>
              <c:pt idx="10">
                <c:v>0.9753683384167359</c:v>
              </c:pt>
              <c:pt idx="11">
                <c:v>0.9703494627146345</c:v>
              </c:pt>
              <c:pt idx="12">
                <c:v>0.964911651405666</c:v>
              </c:pt>
              <c:pt idx="13">
                <c:v>0.9590698185407998</c:v>
              </c:pt>
              <c:pt idx="14">
                <c:v>0.9528396937312056</c:v>
              </c:pt>
              <c:pt idx="15">
                <c:v>0.9462377215667083</c:v>
              </c:pt>
              <c:pt idx="16">
                <c:v>0.9392809598291891</c:v>
              </c:pt>
              <c:pt idx="17">
                <c:v>0.9319869775834284</c:v>
              </c:pt>
              <c:pt idx="18">
                <c:v>0.9243737541666055</c:v>
              </c:pt>
              <c:pt idx="19">
                <c:v>0.9164595800228517</c:v>
              </c:pt>
              <c:pt idx="20">
                <c:v>0.9082629602436871</c:v>
              </c:pt>
              <c:pt idx="21">
                <c:v>0.899802521581605</c:v>
              </c:pt>
              <c:pt idx="22">
                <c:v>0.8910969236051391</c:v>
              </c:pt>
              <c:pt idx="23">
                <c:v>0.8821647745621137</c:v>
              </c:pt>
              <c:pt idx="24">
                <c:v>0.873024552415694</c:v>
              </c:pt>
              <c:pt idx="25">
                <c:v>0.8636945314175106</c:v>
              </c:pt>
              <c:pt idx="26">
                <c:v>0.8541927144852813</c:v>
              </c:pt>
              <c:pt idx="27">
                <c:v>0.8445367715606066</c:v>
              </c:pt>
              <c:pt idx="28">
                <c:v>0.8347439840370847</c:v>
              </c:pt>
              <c:pt idx="29">
                <c:v>0.8248311952706204</c:v>
              </c:pt>
              <c:pt idx="30">
                <c:v>0.8148147671132907</c:v>
              </c:pt>
              <c:pt idx="31">
                <c:v>0.8047105423499036</c:v>
              </c:pt>
              <c:pt idx="32">
                <c:v>0.7945338128624563</c:v>
              </c:pt>
              <c:pt idx="33">
                <c:v>0.784299293302083</c:v>
              </c:pt>
              <c:pt idx="34">
                <c:v>0.7740211000105576</c:v>
              </c:pt>
              <c:pt idx="35">
                <c:v>0.7637127349035421</c:v>
              </c:pt>
              <c:pt idx="36">
                <c:v>0.7533870740051808</c:v>
              </c:pt>
              <c:pt idx="37">
                <c:v>0.7430563603076749</c:v>
              </c:pt>
              <c:pt idx="38">
                <c:v>0.732732200619599</c:v>
              </c:pt>
              <c:pt idx="39">
                <c:v>0.722425566062271</c:v>
              </c:pt>
              <c:pt idx="40">
                <c:v>0.7121467958738128</c:v>
              </c:pt>
              <c:pt idx="41">
                <c:v>0.7019056041850108</c:v>
              </c:pt>
              <c:pt idx="42">
                <c:v>0.691711089439058</c:v>
              </c:pt>
              <c:pt idx="43">
                <c:v>0.6815717461381874</c:v>
              </c:pt>
              <c:pt idx="44">
                <c:v>0.6714954786134505</c:v>
              </c:pt>
              <c:pt idx="45">
                <c:v>0.6614896165290399</c:v>
              </c:pt>
              <c:pt idx="46">
                <c:v>0.6515609318490602</c:v>
              </c:pt>
              <c:pt idx="47">
                <c:v>0.6417156570121264</c:v>
              </c:pt>
              <c:pt idx="48">
                <c:v>0.6319595040772407</c:v>
              </c:pt>
              <c:pt idx="49">
                <c:v>0.6222976846227586</c:v>
              </c:pt>
              <c:pt idx="50">
                <c:v>0.612734930198574</c:v>
              </c:pt>
              <c:pt idx="51">
                <c:v>0.6032755131497677</c:v>
              </c:pt>
              <c:pt idx="52">
                <c:v>0.5939232676476245</c:v>
              </c:pt>
              <c:pt idx="53">
                <c:v>0.5846816107809706</c:v>
              </c:pt>
              <c:pt idx="54">
                <c:v>0.5755535635771627</c:v>
              </c:pt>
              <c:pt idx="55">
                <c:v>0.5665417718375548</c:v>
              </c:pt>
              <c:pt idx="56">
                <c:v>0.5576485266869388</c:v>
              </c:pt>
              <c:pt idx="57">
                <c:v>0.5488757847501541</c:v>
              </c:pt>
              <c:pt idx="58">
                <c:v>0.5402251878818269</c:v>
              </c:pt>
              <c:pt idx="59">
                <c:v>0.5316980823869922</c:v>
              </c:pt>
              <c:pt idx="60">
                <c:v>0.5232955376811795</c:v>
              </c:pt>
            </c:numLit>
          </c:yVal>
        </c:ser>
        <c:ser>
          <c:idx val="1"/>
          <c:order val="1"/>
          <c:tx>
            <c:v>B 零曲率线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0.9998732466566205</c:v>
              </c:pt>
              <c:pt idx="2">
                <c:v>0.9994932755101481</c:v>
              </c:pt>
              <c:pt idx="3">
                <c:v>0.9988609513293358</c:v>
              </c:pt>
              <c:pt idx="4">
                <c:v>0.9979777091464409</c:v>
              </c:pt>
              <c:pt idx="5">
                <c:v>0.9968455449712161</c:v>
              </c:pt>
              <c:pt idx="6">
                <c:v>0.995467002963375</c:v>
              </c:pt>
              <c:pt idx="7">
                <c:v>0.9938451592316131</c:v>
              </c:pt>
              <c:pt idx="8">
                <c:v>0.9919836024686405</c:v>
              </c:pt>
              <c:pt idx="9">
                <c:v>0.9898864116683597</c:v>
              </c:pt>
              <c:pt idx="10">
                <c:v>0.9875581312027002</c:v>
              </c:pt>
              <c:pt idx="11">
                <c:v>0.9850037435610768</c:v>
              </c:pt>
              <c:pt idx="12">
                <c:v>0.9822286400747461</c:v>
              </c:pt>
              <c:pt idx="13">
                <c:v>0.9792385899613009</c:v>
              </c:pt>
              <c:pt idx="14">
                <c:v>0.9760397080312458</c:v>
              </c:pt>
              <c:pt idx="15">
                <c:v>0.972638421399253</c:v>
              </c:pt>
              <c:pt idx="16">
                <c:v>0.9690414355376609</c:v>
              </c:pt>
              <c:pt idx="17">
                <c:v>0.9652556999995692</c:v>
              </c:pt>
              <c:pt idx="18">
                <c:v>0.9612883741240831</c:v>
              </c:pt>
              <c:pt idx="19">
                <c:v>0.957146793017501</c:v>
              </c:pt>
              <c:pt idx="20">
                <c:v>0.9528384340822954</c:v>
              </c:pt>
              <c:pt idx="21">
                <c:v>0.9483708843412435</c:v>
              </c:pt>
              <c:pt idx="22">
                <c:v>0.9437518087777973</c:v>
              </c:pt>
              <c:pt idx="23">
                <c:v>0.938988919886376</c:v>
              </c:pt>
              <c:pt idx="24">
                <c:v>0.9340899485983863</c:v>
              </c:pt>
              <c:pt idx="25">
                <c:v>0.9290626167219632</c:v>
              </c:pt>
              <c:pt idx="26">
                <c:v>0.9239146110062284</c:v>
              </c:pt>
              <c:pt idx="27">
                <c:v>0.9186535589146484</c:v>
              </c:pt>
              <c:pt idx="28">
                <c:v>0.9132870061672783</c:v>
              </c:pt>
              <c:pt idx="29">
                <c:v>0.9078223960884804</c:v>
              </c:pt>
              <c:pt idx="30">
                <c:v>0.9022670507754269</c:v>
              </c:pt>
              <c:pt idx="31">
                <c:v>0.8966281540833632</c:v>
              </c:pt>
              <c:pt idx="32">
                <c:v>0.8909127364063807</c:v>
              </c:pt>
              <c:pt idx="33">
                <c:v>0.8851276612173231</c:v>
              </c:pt>
              <c:pt idx="34">
                <c:v>0.8792796133174018</c:v>
              </c:pt>
              <c:pt idx="35">
                <c:v>0.8733750887350762</c:v>
              </c:pt>
              <c:pt idx="36">
                <c:v>0.8674203862046792</c:v>
              </c:pt>
              <c:pt idx="37">
                <c:v>0.8614216001480131</c:v>
              </c:pt>
              <c:pt idx="38">
                <c:v>0.8553846150765827</c:v>
              </c:pt>
              <c:pt idx="39">
                <c:v>0.8493151013281385</c:v>
              </c:pt>
              <c:pt idx="40">
                <c:v>0.8432185120486096</c:v>
              </c:pt>
              <c:pt idx="41">
                <c:v>0.8371000813291763</c:v>
              </c:pt>
              <c:pt idx="42">
                <c:v>0.8309648234080158</c:v>
              </c:pt>
              <c:pt idx="43">
                <c:v>0.8248175328470014</c:v>
              </c:pt>
              <c:pt idx="44">
                <c:v>0.8186627855952098</c:v>
              </c:pt>
              <c:pt idx="45">
                <c:v>0.8125049408533725</c:v>
              </c:pt>
              <c:pt idx="46">
                <c:v>0.8063481436562534</c:v>
              </c:pt>
              <c:pt idx="47">
                <c:v>0.8001963280932478</c:v>
              </c:pt>
              <c:pt idx="48">
                <c:v>0.7940532210911847</c:v>
              </c:pt>
              <c:pt idx="49">
                <c:v>0.7879223466872503</c:v>
              </c:pt>
              <c:pt idx="50">
                <c:v>0.781807030724104</c:v>
              </c:pt>
              <c:pt idx="51">
                <c:v>0.7757104059034932</c:v>
              </c:pt>
              <c:pt idx="52">
                <c:v>0.7696354171389964</c:v>
              </c:pt>
              <c:pt idx="53">
                <c:v>0.7635848271528243</c:v>
              </c:pt>
              <c:pt idx="54">
                <c:v>0.7575612222658696</c:v>
              </c:pt>
              <c:pt idx="55">
                <c:v>0.7515670183343763</c:v>
              </c:pt>
              <c:pt idx="56">
                <c:v>0.7456044667906534</c:v>
              </c:pt>
              <c:pt idx="57">
                <c:v>0.7396756607491805</c:v>
              </c:pt>
              <c:pt idx="58">
                <c:v>0.7337825411432023</c:v>
              </c:pt>
              <c:pt idx="59">
                <c:v>0.7279269028604952</c:v>
              </c:pt>
              <c:pt idx="60">
                <c:v>0.7221104008503606</c:v>
              </c:pt>
            </c:numLit>
          </c:yVal>
        </c:ser>
        <c:ser>
          <c:idx val="2"/>
          <c:order val="2"/>
          <c:tx>
            <c:v>C 零曲率交点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0.00</c:formatCode>
              <c:ptCount val="61"/>
              <c:pt idx="0">
                <c:v>1.0000000000000004</c:v>
              </c:pt>
              <c:pt idx="1">
                <c:v>0.9999990022607255</c:v>
              </c:pt>
              <c:pt idx="2">
                <c:v>0.9999960090931735</c:v>
              </c:pt>
              <c:pt idx="3">
                <c:v>0.9999910206481509</c:v>
              </c:pt>
              <c:pt idx="4">
                <c:v>0.9999840371769524</c:v>
              </c:pt>
              <c:pt idx="5">
                <c:v>0.9999750590312944</c:v>
              </c:pt>
              <c:pt idx="6">
                <c:v>0.999964086663215</c:v>
              </c:pt>
              <c:pt idx="7">
                <c:v>0.99995112062495</c:v>
              </c:pt>
              <c:pt idx="8">
                <c:v>0.999936161568776</c:v>
              </c:pt>
              <c:pt idx="9">
                <c:v>0.9999192102468328</c:v>
              </c:pt>
              <c:pt idx="10">
                <c:v>0.9999002675109132</c:v>
              </c:pt>
              <c:pt idx="11">
                <c:v>0.9998793343122263</c:v>
              </c:pt>
              <c:pt idx="12">
                <c:v>0.9998564117011344</c:v>
              </c:pt>
              <c:pt idx="13">
                <c:v>0.999831500826864</c:v>
              </c:pt>
              <c:pt idx="14">
                <c:v>0.9998046029371875</c:v>
              </c:pt>
              <c:pt idx="15">
                <c:v>0.9997757193780792</c:v>
              </c:pt>
              <c:pt idx="16">
                <c:v>0.9997448515933474</c:v>
              </c:pt>
              <c:pt idx="17">
                <c:v>0.9997120011242365</c:v>
              </c:pt>
              <c:pt idx="18">
                <c:v>0.9996771696090057</c:v>
              </c:pt>
              <c:pt idx="19">
                <c:v>0.9996403587824829</c:v>
              </c:pt>
              <c:pt idx="20">
                <c:v>0.9996015704755928</c:v>
              </c:pt>
              <c:pt idx="21">
                <c:v>0.9995608066148569</c:v>
              </c:pt>
              <c:pt idx="22">
                <c:v>0.999518069221877</c:v>
              </c:pt>
              <c:pt idx="23">
                <c:v>0.9994733604127849</c:v>
              </c:pt>
              <c:pt idx="24">
                <c:v>0.9994266823976781</c:v>
              </c:pt>
              <c:pt idx="25">
                <c:v>0.999378037480024</c:v>
              </c:pt>
              <c:pt idx="26">
                <c:v>0.9993274280560459</c:v>
              </c:pt>
              <c:pt idx="27">
                <c:v>0.9992748566140871</c:v>
              </c:pt>
              <c:pt idx="28">
                <c:v>0.9992203257339474</c:v>
              </c:pt>
              <c:pt idx="29">
                <c:v>0.9991638380862086</c:v>
              </c:pt>
              <c:pt idx="30">
                <c:v>0.9991053964315258</c:v>
              </c:pt>
              <c:pt idx="31">
                <c:v>0.9990450036199087</c:v>
              </c:pt>
              <c:pt idx="32">
                <c:v>0.9989826625899783</c:v>
              </c:pt>
              <c:pt idx="33">
                <c:v>0.9989183763682045</c:v>
              </c:pt>
              <c:pt idx="34">
                <c:v>0.9988521480681244</c:v>
              </c:pt>
              <c:pt idx="35">
                <c:v>0.9987839808895435</c:v>
              </c:pt>
              <c:pt idx="36">
                <c:v>0.9987138781177161</c:v>
              </c:pt>
              <c:pt idx="37">
                <c:v>0.9986418431225116</c:v>
              </c:pt>
              <c:pt idx="38">
                <c:v>0.9985678793575614</c:v>
              </c:pt>
              <c:pt idx="39">
                <c:v>0.9984919903593887</c:v>
              </c:pt>
              <c:pt idx="40">
                <c:v>0.9984141797465257</c:v>
              </c:pt>
              <c:pt idx="41">
                <c:v>0.9983344512186134</c:v>
              </c:pt>
              <c:pt idx="42">
                <c:v>0.9982528085554844</c:v>
              </c:pt>
              <c:pt idx="43">
                <c:v>0.9981692556162357</c:v>
              </c:pt>
              <c:pt idx="44">
                <c:v>0.998083796338285</c:v>
              </c:pt>
              <c:pt idx="45">
                <c:v>0.9979964347364153</c:v>
              </c:pt>
              <c:pt idx="46">
                <c:v>0.9979071749018061</c:v>
              </c:pt>
              <c:pt idx="47">
                <c:v>0.9978160210010509</c:v>
              </c:pt>
              <c:pt idx="48">
                <c:v>0.9977229772751686</c:v>
              </c:pt>
              <c:pt idx="49">
                <c:v>0.9976280480385971</c:v>
              </c:pt>
              <c:pt idx="50">
                <c:v>0.9975312376781825</c:v>
              </c:pt>
              <c:pt idx="51">
                <c:v>0.997432550652154</c:v>
              </c:pt>
              <c:pt idx="52">
                <c:v>0.997331991489093</c:v>
              </c:pt>
              <c:pt idx="53">
                <c:v>0.9972295647868924</c:v>
              </c:pt>
              <c:pt idx="54">
                <c:v>0.9971252752117061</c:v>
              </c:pt>
              <c:pt idx="55">
                <c:v>0.997019127496893</c:v>
              </c:pt>
              <c:pt idx="56">
                <c:v>0.9969111264419542</c:v>
              </c:pt>
              <c:pt idx="57">
                <c:v>0.9968012769114619</c:v>
              </c:pt>
              <c:pt idx="58">
                <c:v>0.9966895838339831</c:v>
              </c:pt>
              <c:pt idx="59">
                <c:v>0.9965760522009998</c:v>
              </c:pt>
              <c:pt idx="60">
                <c:v>0.9964606870658202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5"/>
        <c:majorUnit val="0.1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同一中心波矢，不同初始宽度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σ=4a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</c:v>
              </c:pt>
              <c:pt idx="1">
                <c:v>0.9999549412202737</c:v>
              </c:pt>
              <c:pt idx="2">
                <c:v>0.9998198660047518</c:v>
              </c:pt>
              <c:pt idx="3">
                <c:v>0.9995950764862345</c:v>
              </c:pt>
              <c:pt idx="4">
                <c:v>0.9992810721322198</c:v>
              </c:pt>
              <c:pt idx="5">
                <c:v>0.9988785437518164</c:v>
              </c:pt>
              <c:pt idx="6">
                <c:v>0.9983883653714842</c:v>
              </c:pt>
              <c:pt idx="7">
                <c:v>0.9978115842251373</c:v>
              </c:pt>
              <c:pt idx="8">
                <c:v>0.9971494091475426</c:v>
              </c:pt>
              <c:pt idx="9">
                <c:v>0.996403197687295</c:v>
              </c:pt>
              <c:pt idx="10">
                <c:v>0.9955744422670363</c:v>
              </c:pt>
              <c:pt idx="11">
                <c:v>0.9946647557152455</c:v>
              </c:pt>
              <c:pt idx="12">
                <c:v>0.9936758564781132</c:v>
              </c:pt>
              <c:pt idx="13">
                <c:v>0.9926095537943866</c:v>
              </c:pt>
              <c:pt idx="14">
                <c:v>0.9914677330835959</c:v>
              </c:pt>
              <c:pt idx="15">
                <c:v>0.9902523417614528</c:v>
              </c:pt>
              <c:pt idx="16">
                <c:v>0.9889653756580395</c:v>
              </c:pt>
              <c:pt idx="17">
                <c:v>0.9876088661766036</c:v>
              </c:pt>
              <c:pt idx="18">
                <c:v>0.9861848682949738</c:v>
              </c:pt>
              <c:pt idx="19">
                <c:v>0.9846954494789377</c:v>
              </c:pt>
              <c:pt idx="20">
                <c:v>0.9831426795479294</c:v>
              </c:pt>
              <c:pt idx="21">
                <c:v>0.9815286215085398</c:v>
              </c:pt>
              <c:pt idx="22">
                <c:v>0.9798553233506037</c:v>
              </c:pt>
              <c:pt idx="23">
                <c:v>0.978124810783867</c:v>
              </c:pt>
              <c:pt idx="24">
                <c:v>0.976339080880126</c:v>
              </c:pt>
              <c:pt idx="25">
                <c:v>0.9745000965759619</c:v>
              </c:pt>
              <c:pt idx="26">
                <c:v>0.9726097819842803</c:v>
              </c:pt>
              <c:pt idx="27">
                <c:v>0.970670018458401</c:v>
              </c:pt>
              <c:pt idx="28">
                <c:v>0.9686826413500523</c:v>
              </c:pt>
              <c:pt idx="29">
                <c:v>0.9666494374018608</c:v>
              </c:pt>
              <c:pt idx="30">
                <c:v>0.9645721427154997</c:v>
              </c:pt>
              <c:pt idx="31">
                <c:v>0.9624524412382525</c:v>
              </c:pt>
              <c:pt idx="32">
                <c:v>0.9602919637130509</c:v>
              </c:pt>
              <c:pt idx="33">
                <c:v>0.9580922870399533</c:v>
              </c:pt>
              <c:pt idx="34">
                <c:v>0.9558549340002199</c:v>
              </c:pt>
              <c:pt idx="35">
                <c:v>0.9535813732975881</c:v>
              </c:pt>
              <c:pt idx="36">
                <c:v>0.9512730198748476</c:v>
              </c:pt>
              <c:pt idx="37">
                <c:v>0.9489312354673551</c:v>
              </c:pt>
              <c:pt idx="38">
                <c:v>0.9465573293585391</c:v>
              </c:pt>
              <c:pt idx="39">
                <c:v>0.9441525593057882</c:v>
              </c:pt>
              <c:pt idx="40">
                <c:v>0.941718132608263</c:v>
              </c:pt>
              <c:pt idx="41">
                <c:v>0.9392552072911513</c:v>
              </c:pt>
              <c:pt idx="42">
                <c:v>0.9367648933836659</c:v>
              </c:pt>
              <c:pt idx="43">
                <c:v>0.9342482542706608</c:v>
              </c:pt>
              <c:pt idx="44">
                <c:v>0.9317063081001093</c:v>
              </c:pt>
              <c:pt idx="45">
                <c:v>0.929140029230855</c:v>
              </c:pt>
              <c:pt idx="46">
                <c:v>0.9265503497070272</c:v>
              </c:pt>
              <c:pt idx="47">
                <c:v>0.9239381607472948</c:v>
              </c:pt>
              <c:pt idx="48">
                <c:v>0.9213043142387424</c:v>
              </c:pt>
              <c:pt idx="49">
                <c:v>0.9186496242266127</c:v>
              </c:pt>
              <c:pt idx="50">
                <c:v>0.9159748683924398</c:v>
              </c:pt>
              <c:pt idx="51">
                <c:v>0.9132807895142661</c:v>
              </c:pt>
              <c:pt idx="52">
                <c:v>0.9105680969036579</c:v>
              </c:pt>
              <c:pt idx="53">
                <c:v>0.9078374678151367</c:v>
              </c:pt>
              <c:pt idx="54">
                <c:v>0.9050895488244546</c:v>
              </c:pt>
              <c:pt idx="55">
                <c:v>0.9023249571728429</c:v>
              </c:pt>
              <c:pt idx="56">
                <c:v>0.8995442820749793</c:v>
              </c:pt>
              <c:pt idx="57">
                <c:v>0.8967480859889567</c:v>
              </c:pt>
              <c:pt idx="58">
                <c:v>0.8939369058470098</c:v>
              </c:pt>
              <c:pt idx="59">
                <c:v>0.8911112542461546</c:v>
              </c:pt>
              <c:pt idx="60">
                <c:v>0.8882716205982519</c:v>
              </c:pt>
            </c:numLit>
          </c:yVal>
        </c:ser>
        <c:ser>
          <c:idx val="1"/>
          <c:order val="1"/>
          <c:tx>
            <c:v>σ=6a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0.9999960090931747</c:v>
              </c:pt>
              <c:pt idx="2">
                <c:v>0.9999840371769533</c:v>
              </c:pt>
              <c:pt idx="3">
                <c:v>0.9999640866632161</c:v>
              </c:pt>
              <c:pt idx="4">
                <c:v>0.9999361615687768</c:v>
              </c:pt>
              <c:pt idx="5">
                <c:v>0.9999002675109139</c:v>
              </c:pt>
              <c:pt idx="6">
                <c:v>0.999856411701135</c:v>
              </c:pt>
              <c:pt idx="7">
                <c:v>0.999804602937188</c:v>
              </c:pt>
              <c:pt idx="8">
                <c:v>0.9997448515933482</c:v>
              </c:pt>
              <c:pt idx="9">
                <c:v>0.9996771696090065</c:v>
              </c:pt>
              <c:pt idx="10">
                <c:v>0.9996015704755935</c:v>
              </c:pt>
              <c:pt idx="11">
                <c:v>0.999518069221877</c:v>
              </c:pt>
              <c:pt idx="12">
                <c:v>0.999426682397679</c:v>
              </c:pt>
              <c:pt idx="13">
                <c:v>0.9993274280560468</c:v>
              </c:pt>
              <c:pt idx="14">
                <c:v>0.9992203257339487</c:v>
              </c:pt>
              <c:pt idx="15">
                <c:v>0.9991053964315263</c:v>
              </c:pt>
              <c:pt idx="16">
                <c:v>0.9989826625899789</c:v>
              </c:pt>
              <c:pt idx="17">
                <c:v>0.9988521480681253</c:v>
              </c:pt>
              <c:pt idx="18">
                <c:v>0.998713878117717</c:v>
              </c:pt>
              <c:pt idx="19">
                <c:v>0.9985678793575623</c:v>
              </c:pt>
              <c:pt idx="20">
                <c:v>0.9984141797465266</c:v>
              </c:pt>
              <c:pt idx="21">
                <c:v>0.9982528085554848</c:v>
              </c:pt>
              <c:pt idx="22">
                <c:v>0.9980837963382859</c:v>
              </c:pt>
              <c:pt idx="23">
                <c:v>0.9979071749018068</c:v>
              </c:pt>
              <c:pt idx="24">
                <c:v>0.9977229772751695</c:v>
              </c:pt>
              <c:pt idx="25">
                <c:v>0.997531237678183</c:v>
              </c:pt>
              <c:pt idx="26">
                <c:v>0.9973319914890939</c:v>
              </c:pt>
              <c:pt idx="27">
                <c:v>0.997125275211707</c:v>
              </c:pt>
              <c:pt idx="28">
                <c:v>0.9969111264419551</c:v>
              </c:pt>
              <c:pt idx="29">
                <c:v>0.996689583833984</c:v>
              </c:pt>
              <c:pt idx="30">
                <c:v>0.9964606870658214</c:v>
              </c:pt>
              <c:pt idx="31">
                <c:v>0.9962244768047</c:v>
              </c:pt>
              <c:pt idx="32">
                <c:v>0.9959809946721034</c:v>
              </c:pt>
              <c:pt idx="33">
                <c:v>0.9957302832085924</c:v>
              </c:pt>
              <c:pt idx="34">
                <c:v>0.995472385838483</c:v>
              </c:pt>
              <c:pt idx="35">
                <c:v>0.995207346834436</c:v>
              </c:pt>
              <c:pt idx="36">
                <c:v>0.9949352112820102</c:v>
              </c:pt>
              <c:pt idx="37">
                <c:v>0.9946560250442481</c:v>
              </c:pt>
              <c:pt idx="38">
                <c:v>0.994369834726339</c:v>
              </c:pt>
              <c:pt idx="39">
                <c:v>0.994076687640416</c:v>
              </c:pt>
              <c:pt idx="40">
                <c:v>0.9937766317705407</c:v>
              </c:pt>
              <c:pt idx="41">
                <c:v>0.9934697157379128</c:v>
              </c:pt>
              <c:pt idx="42">
                <c:v>0.9931559887663632</c:v>
              </c:pt>
              <c:pt idx="43">
                <c:v>0.9928355006481611</c:v>
              </c:pt>
              <c:pt idx="44">
                <c:v>0.9925083017101817</c:v>
              </c:pt>
              <c:pt idx="45">
                <c:v>0.9921744427804753</c:v>
              </c:pt>
              <c:pt idx="46">
                <c:v>0.9918339751552586</c:v>
              </c:pt>
              <c:pt idx="47">
                <c:v>0.9914869505663817</c:v>
              </c:pt>
              <c:pt idx="48">
                <c:v>0.9911334211492805</c:v>
              </c:pt>
              <c:pt idx="49">
                <c:v>0.9907734394114569</c:v>
              </c:pt>
              <c:pt idx="50">
                <c:v>0.9904070582015048</c:v>
              </c:pt>
              <c:pt idx="51">
                <c:v>0.990034330678704</c:v>
              </c:pt>
              <c:pt idx="52">
                <c:v>0.9896553102832114</c:v>
              </c:pt>
              <c:pt idx="53">
                <c:v>0.9892700507068585</c:v>
              </c:pt>
              <c:pt idx="54">
                <c:v>0.9888786058645733</c:v>
              </c:pt>
              <c:pt idx="55">
                <c:v>0.9884810298664475</c:v>
              </c:pt>
              <c:pt idx="56">
                <c:v>0.9880773769904554</c:v>
              </c:pt>
              <c:pt idx="57">
                <c:v>0.987667701655836</c:v>
              </c:pt>
              <c:pt idx="58">
                <c:v>0.9872520583971489</c:v>
              </c:pt>
              <c:pt idx="59">
                <c:v>0.9868305018390102</c:v>
              </c:pt>
              <c:pt idx="60">
                <c:v>0.9864030866715133</c:v>
              </c:pt>
            </c:numLit>
          </c:yVal>
        </c:ser>
        <c:ser>
          <c:idx val="2"/>
          <c:order val="2"/>
          <c:tx>
            <c:v>σ=8a</c:v>
          </c:tx>
          <c:spPr>
            <a:ln xmlns:a="http://schemas.openxmlformats.org/drawingml/2006/main" w="28575">
              <a:solidFill>
                <a:srgbClr val="27816E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6</c:v>
              </c:pt>
              <c:pt idx="2">
                <c:v>12</c:v>
              </c:pt>
              <c:pt idx="3">
                <c:v>18</c:v>
              </c:pt>
              <c:pt idx="4">
                <c:v>24</c:v>
              </c:pt>
              <c:pt idx="5">
                <c:v>30</c:v>
              </c:pt>
              <c:pt idx="6">
                <c:v>36</c:v>
              </c:pt>
              <c:pt idx="7">
                <c:v>42</c:v>
              </c:pt>
              <c:pt idx="8">
                <c:v>48</c:v>
              </c:pt>
              <c:pt idx="9">
                <c:v>54</c:v>
              </c:pt>
              <c:pt idx="10">
                <c:v>60</c:v>
              </c:pt>
              <c:pt idx="11">
                <c:v>66</c:v>
              </c:pt>
              <c:pt idx="12">
                <c:v>72</c:v>
              </c:pt>
              <c:pt idx="13">
                <c:v>78</c:v>
              </c:pt>
              <c:pt idx="14">
                <c:v>84</c:v>
              </c:pt>
              <c:pt idx="15">
                <c:v>90</c:v>
              </c:pt>
              <c:pt idx="16">
                <c:v>96</c:v>
              </c:pt>
              <c:pt idx="17">
                <c:v>102</c:v>
              </c:pt>
              <c:pt idx="18">
                <c:v>108</c:v>
              </c:pt>
              <c:pt idx="19">
                <c:v>114</c:v>
              </c:pt>
              <c:pt idx="20">
                <c:v>120</c:v>
              </c:pt>
              <c:pt idx="21">
                <c:v>126</c:v>
              </c:pt>
              <c:pt idx="22">
                <c:v>132</c:v>
              </c:pt>
              <c:pt idx="23">
                <c:v>138</c:v>
              </c:pt>
              <c:pt idx="24">
                <c:v>144</c:v>
              </c:pt>
              <c:pt idx="25">
                <c:v>150</c:v>
              </c:pt>
              <c:pt idx="26">
                <c:v>156</c:v>
              </c:pt>
              <c:pt idx="27">
                <c:v>162</c:v>
              </c:pt>
              <c:pt idx="28">
                <c:v>168</c:v>
              </c:pt>
              <c:pt idx="29">
                <c:v>174</c:v>
              </c:pt>
              <c:pt idx="30">
                <c:v>180</c:v>
              </c:pt>
              <c:pt idx="31">
                <c:v>186</c:v>
              </c:pt>
              <c:pt idx="32">
                <c:v>192</c:v>
              </c:pt>
              <c:pt idx="33">
                <c:v>198</c:v>
              </c:pt>
              <c:pt idx="34">
                <c:v>204</c:v>
              </c:pt>
              <c:pt idx="35">
                <c:v>210</c:v>
              </c:pt>
              <c:pt idx="36">
                <c:v>216</c:v>
              </c:pt>
              <c:pt idx="37">
                <c:v>222</c:v>
              </c:pt>
              <c:pt idx="38">
                <c:v>228</c:v>
              </c:pt>
              <c:pt idx="39">
                <c:v>234</c:v>
              </c:pt>
              <c:pt idx="40">
                <c:v>240</c:v>
              </c:pt>
              <c:pt idx="41">
                <c:v>246</c:v>
              </c:pt>
              <c:pt idx="42">
                <c:v>252</c:v>
              </c:pt>
              <c:pt idx="43">
                <c:v>258</c:v>
              </c:pt>
              <c:pt idx="44">
                <c:v>264</c:v>
              </c:pt>
              <c:pt idx="45">
                <c:v>270</c:v>
              </c:pt>
              <c:pt idx="46">
                <c:v>276</c:v>
              </c:pt>
              <c:pt idx="47">
                <c:v>282</c:v>
              </c:pt>
              <c:pt idx="48">
                <c:v>288</c:v>
              </c:pt>
              <c:pt idx="49">
                <c:v>294</c:v>
              </c:pt>
              <c:pt idx="50">
                <c:v>300</c:v>
              </c:pt>
              <c:pt idx="51">
                <c:v>306</c:v>
              </c:pt>
              <c:pt idx="52">
                <c:v>312</c:v>
              </c:pt>
              <c:pt idx="53">
                <c:v>318</c:v>
              </c:pt>
              <c:pt idx="54">
                <c:v>324</c:v>
              </c:pt>
              <c:pt idx="55">
                <c:v>330</c:v>
              </c:pt>
              <c:pt idx="56">
                <c:v>336</c:v>
              </c:pt>
              <c:pt idx="57">
                <c:v>342</c:v>
              </c:pt>
              <c:pt idx="58">
                <c:v>348</c:v>
              </c:pt>
              <c:pt idx="59">
                <c:v>354</c:v>
              </c:pt>
              <c:pt idx="60">
                <c:v>360</c:v>
              </c:pt>
            </c:numLit>
          </c:xVal>
          <c:yVal>
            <c:numLit>
              <c:formatCode>0.00</c:formatCode>
              <c:ptCount val="61"/>
              <c:pt idx="0">
                <c:v>1.0000000000000009</c:v>
              </c:pt>
              <c:pt idx="1">
                <c:v>0.9999992875343832</c:v>
              </c:pt>
              <c:pt idx="2">
                <c:v>0.9999971501632756</c:v>
              </c:pt>
              <c:pt idx="3">
                <c:v>0.9999935879639078</c:v>
              </c:pt>
              <c:pt idx="4">
                <c:v>0.9999886010649787</c:v>
              </c:pt>
              <c:pt idx="5">
                <c:v>0.999982189646632</c:v>
              </c:pt>
              <c:pt idx="6">
                <c:v>0.9999743539404169</c:v>
              </c:pt>
              <c:pt idx="7">
                <c:v>0.9999650942292451</c:v>
              </c:pt>
              <c:pt idx="8">
                <c:v>0.9999544108473322</c:v>
              </c:pt>
              <c:pt idx="9">
                <c:v>0.9999423041801313</c:v>
              </c:pt>
              <c:pt idx="10">
                <c:v>0.9999287746642564</c:v>
              </c:pt>
              <c:pt idx="11">
                <c:v>0.9999138227873939</c:v>
              </c:pt>
              <c:pt idx="12">
                <c:v>0.9998974490882062</c:v>
              </c:pt>
              <c:pt idx="13">
                <c:v>0.9998796541562249</c:v>
              </c:pt>
              <c:pt idx="14">
                <c:v>0.9998604386317315</c:v>
              </c:pt>
              <c:pt idx="15">
                <c:v>0.9998398032056325</c:v>
              </c:pt>
              <c:pt idx="16">
                <c:v>0.9998177486193206</c:v>
              </c:pt>
              <c:pt idx="17">
                <c:v>0.9997942756645276</c:v>
              </c:pt>
              <c:pt idx="18">
                <c:v>0.9997693851831692</c:v>
              </c:pt>
              <c:pt idx="19">
                <c:v>0.9997430780671763</c:v>
              </c:pt>
              <c:pt idx="20">
                <c:v>0.9997153552583224</c:v>
              </c:pt>
              <c:pt idx="21">
                <c:v>0.9996862177480352</c:v>
              </c:pt>
              <c:pt idx="22">
                <c:v>0.9996556665772043</c:v>
              </c:pt>
              <c:pt idx="23">
                <c:v>0.999623702835975</c:v>
              </c:pt>
              <c:pt idx="24">
                <c:v>0.9995903276635372</c:v>
              </c:pt>
              <c:pt idx="25">
                <c:v>0.9995555422479036</c:v>
              </c:pt>
              <c:pt idx="26">
                <c:v>0.9995193478256756</c:v>
              </c:pt>
              <c:pt idx="27">
                <c:v>0.9994817456818069</c:v>
              </c:pt>
              <c:pt idx="28">
                <c:v>0.9994427371493545</c:v>
              </c:pt>
              <c:pt idx="29">
                <c:v>0.999402323609219</c:v>
              </c:pt>
              <c:pt idx="30">
                <c:v>0.9993605064898828</c:v>
              </c:pt>
              <c:pt idx="31">
                <c:v>0.9993172872671342</c:v>
              </c:pt>
              <c:pt idx="32">
                <c:v>0.9992726674637852</c:v>
              </c:pt>
              <c:pt idx="33">
                <c:v>0.9992266486493832</c:v>
              </c:pt>
              <c:pt idx="34">
                <c:v>0.9991792324399121</c:v>
              </c:pt>
              <c:pt idx="35">
                <c:v>0.9991304204974863</c:v>
              </c:pt>
              <c:pt idx="36">
                <c:v>0.9990802145300407</c:v>
              </c:pt>
              <c:pt idx="37">
                <c:v>0.9990286162910045</c:v>
              </c:pt>
              <c:pt idx="38">
                <c:v>0.99897562757898</c:v>
              </c:pt>
              <c:pt idx="39">
                <c:v>0.998921250237403</c:v>
              </c:pt>
              <c:pt idx="40">
                <c:v>0.9988654861542025</c:v>
              </c:pt>
              <c:pt idx="41">
                <c:v>0.9988083372614531</c:v>
              </c:pt>
              <c:pt idx="42">
                <c:v>0.9987498055350178</c:v>
              </c:pt>
              <c:pt idx="43">
                <c:v>0.9986898929941875</c:v>
              </c:pt>
              <c:pt idx="44">
                <c:v>0.9986286017013145</c:v>
              </c:pt>
              <c:pt idx="45">
                <c:v>0.9985659337614345</c:v>
              </c:pt>
              <c:pt idx="46">
                <c:v>0.9985018913218899</c:v>
              </c:pt>
              <c:pt idx="47">
                <c:v>0.9984364765719429</c:v>
              </c:pt>
              <c:pt idx="48">
                <c:v>0.9983696917423838</c:v>
              </c:pt>
              <c:pt idx="49">
                <c:v>0.9983015391051335</c:v>
              </c:pt>
              <c:pt idx="50">
                <c:v>0.9982320209728432</c:v>
              </c:pt>
              <c:pt idx="51">
                <c:v>0.9981611396984854</c:v>
              </c:pt>
              <c:pt idx="52">
                <c:v>0.9980888976749424</c:v>
              </c:pt>
              <c:pt idx="53">
                <c:v>0.9980152973345896</c:v>
              </c:pt>
              <c:pt idx="54">
                <c:v>0.9979403411488728</c:v>
              </c:pt>
              <c:pt idx="55">
                <c:v>0.997864031627884</c:v>
              </c:pt>
              <c:pt idx="56">
                <c:v>0.9977863713199303</c:v>
              </c:pt>
              <c:pt idx="57">
                <c:v>0.9977073628110997</c:v>
              </c:pt>
              <c:pt idx="58">
                <c:v>0.9976270087248235</c:v>
              </c:pt>
              <c:pt idx="59">
                <c:v>0.9975453117214339</c:v>
              </c:pt>
              <c:pt idx="60">
                <c:v>0.9974622744977198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.88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F(t)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.88"/>
        <c:majorUnit val="0.04"/>
      </c:valAx>
      <c:valAx>
        <c:axId val="48650112"/>
        <c:scaling>
          <c:orientation val="minMax"/>
          <c:max val="3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方向宽度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Jᵧ=Jₓ</c:v>
          </c:tx>
          <c:spPr>
            <a:ln xmlns:a="http://schemas.openxmlformats.org/drawingml/2006/main" w="2857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6.0030324159455715</c:v>
              </c:pt>
              <c:pt idx="2">
                <c:v>6.012120486781122</c:v>
              </c:pt>
              <c:pt idx="3">
                <c:v>6.027236819807223</c:v>
              </c:pt>
              <c:pt idx="4">
                <c:v>6.048336216703991</c:v>
              </c:pt>
              <c:pt idx="5">
                <c:v>6.075356341181399</c:v>
              </c:pt>
              <c:pt idx="6">
                <c:v>6.108218621509841</c:v>
              </c:pt>
              <c:pt idx="7">
                <c:v>6.146829358114047</c:v>
              </c:pt>
              <c:pt idx="8">
                <c:v>6.191081001018528</c:v>
              </c:pt>
              <c:pt idx="9">
                <c:v>6.240853558477321</c:v>
              </c:pt>
              <c:pt idx="10">
                <c:v>6.2960160966544665</c:v>
              </c:pt>
              <c:pt idx="11">
                <c:v>6.35642829064341</c:v>
              </c:pt>
              <c:pt idx="12">
                <c:v>6.421941989199083</c:v>
              </c:pt>
              <c:pt idx="13">
                <c:v>6.492402758992338</c:v>
              </c:pt>
              <c:pt idx="14">
                <c:v>6.5676513786201385</c:v>
              </c:pt>
              <c:pt idx="15">
                <c:v>6.647525257642675</c:v>
              </c:pt>
              <c:pt idx="16">
                <c:v>6.731859761216828</c:v>
              </c:pt>
              <c:pt idx="17">
                <c:v>6.820489426146037</c:v>
              </c:pt>
              <c:pt idx="18">
                <c:v>6.913249059120909</c:v>
              </c:pt>
              <c:pt idx="19">
                <c:v>7.009974712400113</c:v>
              </c:pt>
              <c:pt idx="20">
                <c:v>7.110504536059912</c:v>
              </c:pt>
              <c:pt idx="21">
                <c:v>7.214679509164265</c:v>
              </c:pt>
              <c:pt idx="22">
                <c:v>7.32234405476604</c:v>
              </c:pt>
              <c:pt idx="23">
                <c:v>7.433346545571991</c:v>
              </c:pt>
              <c:pt idx="24">
                <c:v>7.547539708444938</c:v>
              </c:pt>
              <c:pt idx="25">
                <c:v>7.664780936747369</c:v>
              </c:pt>
              <c:pt idx="26">
                <c:v>7.784932519931388</c:v>
              </c:pt>
              <c:pt idx="27">
                <c:v>7.907861799831312</c:v>
              </c:pt>
              <c:pt idx="28">
                <c:v>8.033441262893755</c:v>
              </c:pt>
              <c:pt idx="29">
                <c:v>8.161548577156378</c:v>
              </c:pt>
              <c:pt idx="30">
                <c:v>8.292066582221182</c:v>
              </c:pt>
              <c:pt idx="31">
                <c:v>8.424883239812996</c:v>
              </c:pt>
              <c:pt idx="32">
                <c:v>8.559891551810756</c:v>
              </c:pt>
              <c:pt idx="33">
                <c:v>8.69698945192111</c:v>
              </c:pt>
              <c:pt idx="34">
                <c:v>8.836079676456045</c:v>
              </c:pt>
              <c:pt idx="35">
                <c:v>8.97706961899699</c:v>
              </c:pt>
              <c:pt idx="36">
                <c:v>9.119871173089264</c:v>
              </c:pt>
              <c:pt idx="37">
                <c:v>9.264400566521125</c:v>
              </c:pt>
              <c:pt idx="38">
                <c:v>9.410578190204689</c:v>
              </c:pt>
              <c:pt idx="39">
                <c:v>9.558328424193316</c:v>
              </c:pt>
              <c:pt idx="40">
                <c:v>9.707579462941021</c:v>
              </c:pt>
              <c:pt idx="41">
                <c:v>9.858263141531236</c:v>
              </c:pt>
              <c:pt idx="42">
                <c:v>10.010314764272845</c:v>
              </c:pt>
              <c:pt idx="43">
                <c:v>10.163672936775923</c:v>
              </c:pt>
              <c:pt idx="44">
                <c:v>10.318279402374717</c:v>
              </c:pt>
              <c:pt idx="45">
                <c:v>10.474078883557054</c:v>
              </c:pt>
              <c:pt idx="46">
                <c:v>10.631018928882979</c:v>
              </c:pt>
              <c:pt idx="47">
                <c:v>10.789049765727608</c:v>
              </c:pt>
              <c:pt idx="48">
                <c:v>10.948124159060878</c:v>
              </c:pt>
              <c:pt idx="49">
                <c:v>11.108197276374984</c:v>
              </c:pt>
              <c:pt idx="50">
                <c:v>11.269226558788475</c:v>
              </c:pt>
              <c:pt idx="51">
                <c:v>11.431171598288993</c:v>
              </c:pt>
              <c:pt idx="52">
                <c:v>11.593994021024034</c:v>
              </c:pt>
              <c:pt idx="53">
                <c:v>11.75765737650744</c:v>
              </c:pt>
              <c:pt idx="54">
                <c:v>11.922127032577924</c:v>
              </c:pt>
              <c:pt idx="55">
                <c:v>12.087370075922106</c:v>
              </c:pt>
              <c:pt idx="56">
                <c:v>12.253355217957893</c:v>
              </c:pt>
              <c:pt idx="57">
                <c:v>12.420052705862455</c:v>
              </c:pt>
              <c:pt idx="58">
                <c:v>12.587434238522688</c:v>
              </c:pt>
              <c:pt idx="59">
                <c:v>12.755472887182659</c:v>
              </c:pt>
              <c:pt idx="60">
                <c:v>12.924143020562603</c:v>
              </c:pt>
            </c:numLit>
          </c:yVal>
        </c:ser>
        <c:ser>
          <c:idx val="1"/>
          <c:order val="1"/>
          <c:tx>
            <c:v>Jᵧ=0.3Jₓ</c:v>
          </c:tx>
          <c:spPr>
            <a:ln xmlns:a="http://schemas.openxmlformats.org/drawingml/2006/main" w="2857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61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9</c:v>
              </c:pt>
              <c:pt idx="4">
                <c:v>12</c:v>
              </c:pt>
              <c:pt idx="5">
                <c:v>15</c:v>
              </c:pt>
              <c:pt idx="6">
                <c:v>18</c:v>
              </c:pt>
              <c:pt idx="7">
                <c:v>21</c:v>
              </c:pt>
              <c:pt idx="8">
                <c:v>24</c:v>
              </c:pt>
              <c:pt idx="9">
                <c:v>27</c:v>
              </c:pt>
              <c:pt idx="10">
                <c:v>30</c:v>
              </c:pt>
              <c:pt idx="11">
                <c:v>33</c:v>
              </c:pt>
              <c:pt idx="12">
                <c:v>36</c:v>
              </c:pt>
              <c:pt idx="13">
                <c:v>39</c:v>
              </c:pt>
              <c:pt idx="14">
                <c:v>42</c:v>
              </c:pt>
              <c:pt idx="15">
                <c:v>45</c:v>
              </c:pt>
              <c:pt idx="16">
                <c:v>48</c:v>
              </c:pt>
              <c:pt idx="17">
                <c:v>51</c:v>
              </c:pt>
              <c:pt idx="18">
                <c:v>54</c:v>
              </c:pt>
              <c:pt idx="19">
                <c:v>57</c:v>
              </c:pt>
              <c:pt idx="20">
                <c:v>60</c:v>
              </c:pt>
              <c:pt idx="21">
                <c:v>63</c:v>
              </c:pt>
              <c:pt idx="22">
                <c:v>66</c:v>
              </c:pt>
              <c:pt idx="23">
                <c:v>69</c:v>
              </c:pt>
              <c:pt idx="24">
                <c:v>72</c:v>
              </c:pt>
              <c:pt idx="25">
                <c:v>75</c:v>
              </c:pt>
              <c:pt idx="26">
                <c:v>78</c:v>
              </c:pt>
              <c:pt idx="27">
                <c:v>81</c:v>
              </c:pt>
              <c:pt idx="28">
                <c:v>84</c:v>
              </c:pt>
              <c:pt idx="29">
                <c:v>87</c:v>
              </c:pt>
              <c:pt idx="30">
                <c:v>90</c:v>
              </c:pt>
              <c:pt idx="31">
                <c:v>93</c:v>
              </c:pt>
              <c:pt idx="32">
                <c:v>96</c:v>
              </c:pt>
              <c:pt idx="33">
                <c:v>99</c:v>
              </c:pt>
              <c:pt idx="34">
                <c:v>102</c:v>
              </c:pt>
              <c:pt idx="35">
                <c:v>105</c:v>
              </c:pt>
              <c:pt idx="36">
                <c:v>108</c:v>
              </c:pt>
              <c:pt idx="37">
                <c:v>111</c:v>
              </c:pt>
              <c:pt idx="38">
                <c:v>114</c:v>
              </c:pt>
              <c:pt idx="39">
                <c:v>117</c:v>
              </c:pt>
              <c:pt idx="40">
                <c:v>120</c:v>
              </c:pt>
              <c:pt idx="41">
                <c:v>123</c:v>
              </c:pt>
              <c:pt idx="42">
                <c:v>126</c:v>
              </c:pt>
              <c:pt idx="43">
                <c:v>129</c:v>
              </c:pt>
              <c:pt idx="44">
                <c:v>132</c:v>
              </c:pt>
              <c:pt idx="45">
                <c:v>135</c:v>
              </c:pt>
              <c:pt idx="46">
                <c:v>138</c:v>
              </c:pt>
              <c:pt idx="47">
                <c:v>141</c:v>
              </c:pt>
              <c:pt idx="48">
                <c:v>144</c:v>
              </c:pt>
              <c:pt idx="49">
                <c:v>147</c:v>
              </c:pt>
              <c:pt idx="50">
                <c:v>150</c:v>
              </c:pt>
              <c:pt idx="51">
                <c:v>153</c:v>
              </c:pt>
              <c:pt idx="52">
                <c:v>156</c:v>
              </c:pt>
              <c:pt idx="53">
                <c:v>159</c:v>
              </c:pt>
              <c:pt idx="54">
                <c:v>162</c:v>
              </c:pt>
              <c:pt idx="55">
                <c:v>165</c:v>
              </c:pt>
              <c:pt idx="56">
                <c:v>168</c:v>
              </c:pt>
              <c:pt idx="57">
                <c:v>171</c:v>
              </c:pt>
              <c:pt idx="58">
                <c:v>174</c:v>
              </c:pt>
              <c:pt idx="59">
                <c:v>177</c:v>
              </c:pt>
              <c:pt idx="60">
                <c:v>180</c:v>
              </c:pt>
            </c:numLit>
          </c:xVal>
          <c:yVal>
            <c:numLit>
              <c:formatCode>0.0</c:formatCode>
              <c:ptCount val="61"/>
              <c:pt idx="0">
                <c:v>6.000000000000001</c:v>
              </c:pt>
              <c:pt idx="1">
                <c:v>6.000272980191852</c:v>
              </c:pt>
              <c:pt idx="2">
                <c:v>6.001091846262778</c:v>
              </c:pt>
              <c:pt idx="3">
                <c:v>6.002456374800536</c:v>
              </c:pt>
              <c:pt idx="4">
                <c:v>6.004366193789848</c:v>
              </c:pt>
              <c:pt idx="5">
                <c:v>6.006820783118968</c:v>
              </c:pt>
              <c:pt idx="6">
                <c:v>6.009819475286621</c:v>
              </c:pt>
              <c:pt idx="7">
                <c:v>6.013361456307075</c:v>
              </c:pt>
              <c:pt idx="8">
                <c:v>6.017445766810495</c:v>
              </c:pt>
              <c:pt idx="9">
                <c:v>6.022071303335117</c:v>
              </c:pt>
              <c:pt idx="10">
                <c:v>6.027236819807223</c:v>
              </c:pt>
              <c:pt idx="11">
                <c:v>6.032940929204286</c:v>
              </c:pt>
              <c:pt idx="12">
                <c:v>6.039182105396181</c:v>
              </c:pt>
              <c:pt idx="13">
                <c:v>6.045958685158824</c:v>
              </c:pt>
              <c:pt idx="14">
                <c:v>6.053268870354115</c:v>
              </c:pt>
              <c:pt idx="15">
                <c:v>6.061110730269639</c:v>
              </c:pt>
              <c:pt idx="16">
                <c:v>6.069482204111164</c:v>
              </c:pt>
              <c:pt idx="17">
                <c:v>6.078381103640614</c:v>
              </c:pt>
              <c:pt idx="18">
                <c:v>6.087805115951828</c:v>
              </c:pt>
              <c:pt idx="19">
                <c:v>6.097751806376183</c:v>
              </c:pt>
              <c:pt idx="20">
                <c:v>6.108218621509838</c:v>
              </c:pt>
              <c:pt idx="21">
                <c:v>6.119202892354193</c:v>
              </c:pt>
              <c:pt idx="22">
                <c:v>6.130701837560937</c:v>
              </c:pt>
              <c:pt idx="23">
                <c:v>6.142712566773006</c:v>
              </c:pt>
              <c:pt idx="24">
                <c:v>6.155232084052538</c:v>
              </c:pt>
              <c:pt idx="25">
                <c:v>6.168257291387033</c:v>
              </c:pt>
              <c:pt idx="26">
                <c:v>6.181784992264745</c:v>
              </c:pt>
              <c:pt idx="27">
                <c:v>6.195811895310475</c:v>
              </c:pt>
              <c:pt idx="28">
                <c:v>6.210334617972909</c:v>
              </c:pt>
              <c:pt idx="29">
                <c:v>6.225349690254795</c:v>
              </c:pt>
              <c:pt idx="30">
                <c:v>6.240853558477316</c:v>
              </c:pt>
              <c:pt idx="31">
                <c:v>6.256842589070251</c:v>
              </c:pt>
              <c:pt idx="32">
                <c:v>6.273313072379575</c:v>
              </c:pt>
              <c:pt idx="33">
                <c:v>6.290261226484509</c:v>
              </c:pt>
              <c:pt idx="34">
                <c:v>6.3076832010161334</c:v>
              </c:pt>
              <c:pt idx="35">
                <c:v>6.325575080970003</c:v>
              </c:pt>
              <c:pt idx="36">
                <c:v>6.34393289050546</c:v>
              </c:pt>
              <c:pt idx="37">
                <c:v>6.362752596724635</c:v>
              </c:pt>
              <c:pt idx="38">
                <c:v>6.382030113424411</c:v>
              </c:pt>
              <c:pt idx="39">
                <c:v>6.401761304815004</c:v>
              </c:pt>
              <c:pt idx="40">
                <c:v>6.421941989199077</c:v>
              </c:pt>
              <c:pt idx="41">
                <c:v>6.442567942605692</c:v>
              </c:pt>
              <c:pt idx="42">
                <c:v>6.463634902373714</c:v>
              </c:pt>
              <c:pt idx="43">
                <c:v>6.485138570679699</c:v>
              </c:pt>
              <c:pt idx="44">
                <c:v>6.507074618005562</c:v>
              </c:pt>
              <c:pt idx="45">
                <c:v>6.529438686541724</c:v>
              </c:pt>
              <c:pt idx="46">
                <c:v>6.552226393521826</c:v>
              </c:pt>
              <c:pt idx="47">
                <c:v>6.575433334485353</c:v>
              </c:pt>
              <c:pt idx="48">
                <c:v>6.599055086464957</c:v>
              </c:pt>
              <c:pt idx="49">
                <c:v>6.623087211095574</c:v>
              </c:pt>
              <c:pt idx="50">
                <c:v>6.647525257642669</c:v>
              </c:pt>
              <c:pt idx="51">
                <c:v>6.672364765947493</c:v>
              </c:pt>
              <c:pt idx="52">
                <c:v>6.697601269287281</c:v>
              </c:pt>
              <c:pt idx="53">
                <c:v>6.723230297148869</c:v>
              </c:pt>
              <c:pt idx="54">
                <c:v>6.749247377914307</c:v>
              </c:pt>
              <c:pt idx="55">
                <c:v>6.775648041457484</c:v>
              </c:pt>
              <c:pt idx="56">
                <c:v>6.80242782165095</c:v>
              </c:pt>
              <c:pt idx="57">
                <c:v>6.829582258782448</c:v>
              </c:pt>
              <c:pt idx="58">
                <c:v>6.857106901880839</c:v>
              </c:pt>
              <c:pt idx="59">
                <c:v>6.884997310951436</c:v>
              </c:pt>
              <c:pt idx="60">
                <c:v>6.9132490591209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4"/>
          <c:min val="6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6"/>
        <c:majorUnit val="2"/>
      </c:valAx>
      <c:valAx>
        <c:axId val="48650112"/>
        <c:scaling>
          <c:orientation val="minMax"/>
          <c:max val="1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t（单位 ℏ/Jₓ）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6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A8F4B-84BF-4639-AD1E-11E66F90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二维单磁子的能带几何与波包设计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8BFCD-52A4-4B6C-88E9-7FF15517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2B9A0-C4AE-4925-BE71-700995D0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原理 PDF、曲率解析与波包数值模拟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B16C6-EC52-4D53-9A47-22541F1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5A2BE-B114-4242-822F-DB15DBAA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58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从交换模型到零曲率选点与有限时间传播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45293-F8F6-4BCC-83AD-D7789EF9A2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4140e49cc2416b"/>
          <a:stretch xmlns:a="http://schemas.openxmlformats.org/drawingml/2006/main"/>
        </p:blipFill>
        <p:spPr>
          <a:xfrm xmlns:a="http://schemas.openxmlformats.org/drawingml/2006/main">
            <a:off x="6605675" y="1619250"/>
            <a:ext cx="4790900" cy="40957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75910-82CC-4737-BA13-53D82AD4CC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d561b214643d6"/>
          <a:stretch xmlns:a="http://schemas.openxmlformats.org/drawingml/2006/main"/>
        </p:blipFill>
        <p:spPr>
          <a:xfrm xmlns:a="http://schemas.openxmlformats.org/drawingml/2006/main">
            <a:off x="419100" y="2116373"/>
            <a:ext cx="5667375" cy="3392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02C90-B5B2-432D-A530-8B8E040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114675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414C0-3EBF-4491-8554-E0B311E0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524250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怎样选择中心波矢，使二维波包</a:t>
            </a:r>
          </a:p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在传播中较少展宽？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C9F69-490D-456C-9441-33760864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95800"/>
            <a:ext cx="5495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统一记号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997B62-6E20-4F50-BBB8-3C63AF46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905375"/>
            <a:ext cx="54959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位置 x、y，波矢 kₓ、kᵧ，时间 t。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激发能 ε=Eₖ−Eꜰ，晶格间距 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3EF69-21A8-47FE-83E8-250E0BD9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43CB04-169C-448C-810F-66AD6C0A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用能带几何提出设计，再用完整色散检验有效传播时间与限制。</a:t>
            </a:r>
          </a:p>
        </p:txBody>
      </p:sp>
    </p:spTree>
    <p:extLst>
      <p:ext uri="{BB962C8B-B14F-4D97-AF65-F5344CB8AC3E}">
        <p14:creationId xmlns:p14="http://schemas.microsoft.com/office/powerpoint/2010/main" val="18585874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4654A-AC44-4DE6-97E5-184B36E5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交换模型与单磁子子空间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874DB-1CC2-4049-91F0-CEBAFD4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94FF9-F827-46DC-8651-9B19FFFB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3–4 页，式 (20)、(22)、(25)、(29)　改用位置 x、y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F97C4-2E23-46EC-AC81-513D6E86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8F2C8-4154-4D5F-B00A-F1E065BFFA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18023ae1e4102"/>
          <a:stretch xmlns:a="http://schemas.openxmlformats.org/drawingml/2006/main"/>
        </p:blipFill>
        <p:spPr>
          <a:xfrm xmlns:a="http://schemas.openxmlformats.org/drawingml/2006/main">
            <a:off x="2472599" y="1076325"/>
            <a:ext cx="7208703" cy="9239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0EBC7-DBA7-42BD-87E0-EC52C7E6EE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5baa0ddff4c04"/>
          <a:stretch xmlns:a="http://schemas.openxmlformats.org/drawingml/2006/main"/>
        </p:blipFill>
        <p:spPr>
          <a:xfrm xmlns:a="http://schemas.openxmlformats.org/drawingml/2006/main">
            <a:off x="1114635" y="2085975"/>
            <a:ext cx="3028531" cy="32289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A472F-D5E5-4D1F-A753-9A0AB2FEE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ad9e967e64a0e"/>
          <a:stretch xmlns:a="http://schemas.openxmlformats.org/drawingml/2006/main"/>
        </p:blipFill>
        <p:spPr>
          <a:xfrm xmlns:a="http://schemas.openxmlformats.org/drawingml/2006/main">
            <a:off x="5143500" y="2503018"/>
            <a:ext cx="6553200" cy="84231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9F686-96A1-408D-9BA1-AD84A3F0E3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2087513944733"/>
          <a:stretch xmlns:a="http://schemas.openxmlformats.org/drawingml/2006/main"/>
        </p:blipFill>
        <p:spPr>
          <a:xfrm xmlns:a="http://schemas.openxmlformats.org/drawingml/2006/main">
            <a:off x="5172479" y="3819525"/>
            <a:ext cx="6457143" cy="10572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A774A-2B01-4589-9C07-29109E32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57775"/>
            <a:ext cx="6496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 是相邻格点间距。|x,y〉表示该位置的一次自旋翻转。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全极化基态沿 +x，ψ 是去掉基态公共相位后的振幅。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31FE6-E149-44D7-AF3A-FD71771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04F2DB-6F76-42A0-85B9-FB1792CD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位置用 x、y 表示，相邻位置明确写成 x±a、y±a。</a:t>
            </a:r>
          </a:p>
        </p:txBody>
      </p:sp>
    </p:spTree>
    <p:extLst>
      <p:ext uri="{BB962C8B-B14F-4D97-AF65-F5344CB8AC3E}">
        <p14:creationId xmlns:p14="http://schemas.microsoft.com/office/powerpoint/2010/main" val="127380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0F493-2202-4594-8188-7B5102F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运动方程与完整能带的谱演化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C8931-99D8-4AC0-8B6D-89DA5032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ECFC8-8821-4A8C-BAD2-D8EF1923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(35)–(39)　所有公式显式保留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AA038-06AC-4FD6-868B-9AE3BA90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856F0-BE64-46AB-9770-4709BA8261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5a9cb2f1747fb"/>
          <a:stretch xmlns:a="http://schemas.openxmlformats.org/drawingml/2006/main"/>
        </p:blipFill>
        <p:spPr>
          <a:xfrm xmlns:a="http://schemas.openxmlformats.org/drawingml/2006/main">
            <a:off x="504825" y="1205627"/>
            <a:ext cx="11144250" cy="1303497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87FC4-CC13-4F27-A1B4-CED76B5287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1cfa583d8a49be"/>
          <a:stretch xmlns:a="http://schemas.openxmlformats.org/drawingml/2006/main"/>
        </p:blipFill>
        <p:spPr>
          <a:xfrm xmlns:a="http://schemas.openxmlformats.org/drawingml/2006/main">
            <a:off x="600075" y="3027165"/>
            <a:ext cx="10953750" cy="102274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FAD1F-CD47-4381-90D5-C2A10FA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457700"/>
            <a:ext cx="11239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P(x,y,t) = |ψ(x,y,t)|²，Σₓ,ᵧ P(x,y,t) =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51F36-A408-4821-A4B3-DED95941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162550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ψ(x,y,t) 随时间演化，P(x,y,t) 是各格点的翻转概率。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数值图直接写单位：位置以 a 计，时间以 ℏ/Jₓ 计，不另设缩写变量。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930B9-121E-41A4-937C-A08ADE0C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9AA34-8B47-4884-9D9B-71534C61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色散的一阶项控制平移，二阶及更高阶项改变包络与相位结构。</a:t>
            </a:r>
          </a:p>
        </p:txBody>
      </p:sp>
    </p:spTree>
    <p:extLst>
      <p:ext uri="{BB962C8B-B14F-4D97-AF65-F5344CB8AC3E}">
        <p14:creationId xmlns:p14="http://schemas.microsoft.com/office/powerpoint/2010/main" val="6031300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BE1BE-D8B5-4FD2-9B44-4AFC143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能带导数与高斯曲率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0AC86-6F73-4643-BDD3-1FEBBACB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3563D-2A00-453A-9698-8D3232A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κ 为能量图面的高斯曲率，图中记作 κ_G。H 仅用于哈密顿量。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5611-892D-4F31-A969-2B243790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7201E-A47B-48BE-9827-FD5A9165C2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30c044aaa46e9"/>
          <a:stretch xmlns:a="http://schemas.openxmlformats.org/drawingml/2006/main"/>
        </p:blipFill>
        <p:spPr>
          <a:xfrm xmlns:a="http://schemas.openxmlformats.org/drawingml/2006/main">
            <a:off x="1835446" y="1181100"/>
            <a:ext cx="8521108" cy="8858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3BCC9-CE13-43D5-9C21-55280F6C24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eaf9ff7a54110"/>
          <a:stretch xmlns:a="http://schemas.openxmlformats.org/drawingml/2006/main"/>
        </p:blipFill>
        <p:spPr>
          <a:xfrm xmlns:a="http://schemas.openxmlformats.org/drawingml/2006/main">
            <a:off x="851873" y="2295525"/>
            <a:ext cx="10478729" cy="100012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E34D3-E6E7-4747-90AF-CE27C3624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93e9fdde34899"/>
          <a:stretch xmlns:a="http://schemas.openxmlformats.org/drawingml/2006/main"/>
        </p:blipFill>
        <p:spPr>
          <a:xfrm xmlns:a="http://schemas.openxmlformats.org/drawingml/2006/main">
            <a:off x="828675" y="3680551"/>
            <a:ext cx="10544175" cy="131617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D1268-8549-4D7F-8E59-EEBABCFB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362575"/>
            <a:ext cx="112204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曲率图统一使用三轴坐标 (kₓa, kᵧa, ε/Jₓ)。分母始终为正。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E945F-F14A-4A2E-BEA0-891B7202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07D47-0D7D-47CF-862F-CB3D3BEC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曲率符号由 cos(kₓa)cos(kᵧa) 决定，零曲率位置可解析求出。</a:t>
            </a:r>
          </a:p>
        </p:txBody>
      </p:sp>
    </p:spTree>
    <p:extLst>
      <p:ext uri="{BB962C8B-B14F-4D97-AF65-F5344CB8AC3E}">
        <p14:creationId xmlns:p14="http://schemas.microsoft.com/office/powerpoint/2010/main" val="13298142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42F21-606D-47CE-81D6-0DF21EB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各向同性：多个布里渊区中的能带与曲率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5F4B8-79BE-4A8D-BF54-78E4604F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F570A-8071-48E5-A068-E769810D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Jᵧ=Jₓ　kₓ、kᵧ 范围均为 −3π/a 至 3π/a，共 3×3 个布里渊区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A1BF8-FEE5-42B7-8885-05DE66B0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51BD8-2AD8-44D6-B642-EF7B409723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307c37f7a45df"/>
          <a:stretch xmlns:a="http://schemas.openxmlformats.org/drawingml/2006/main"/>
        </p:blipFill>
        <p:spPr>
          <a:xfrm xmlns:a="http://schemas.openxmlformats.org/drawingml/2006/main">
            <a:off x="767254" y="1095375"/>
            <a:ext cx="10638443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53086-0B59-419A-A9B9-7DA4F774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FF22D-F6A4-40F8-ADD9-336DBE7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左深色表示高能量，右红正蓝负。绿色为零曲率线，黑虚线围成中心第一布里渊区。</a:t>
            </a:r>
          </a:p>
        </p:txBody>
      </p:sp>
    </p:spTree>
    <p:extLst>
      <p:ext uri="{BB962C8B-B14F-4D97-AF65-F5344CB8AC3E}">
        <p14:creationId xmlns:p14="http://schemas.microsoft.com/office/powerpoint/2010/main" val="1441651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5B97F-EF3A-4CD1-97BE-609830DB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各向异性：曲率幅度改变，零点位置相同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18B90-0BFA-4DFB-BF11-6980DF17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D81DA-41E6-4679-A279-57466B2B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Jᵧ=0.3Jₓ　波矢范围与能量色标不变，右侧曲率色标改为 ±0.3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E561F-7611-4A47-B5D0-817BFD2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32841-BC90-49F6-B554-8DD38855A6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8193e1c9e46a1"/>
          <a:stretch xmlns:a="http://schemas.openxmlformats.org/drawingml/2006/main"/>
        </p:blipFill>
        <p:spPr>
          <a:xfrm xmlns:a="http://schemas.openxmlformats.org/drawingml/2006/main">
            <a:off x="812702" y="1095375"/>
            <a:ext cx="10547545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74814-B561-4044-88E1-F3110F7A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2DD77-8FDF-465F-905B-A7508213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Jᵧ 减小后 y 向色散较弱。两页曲率色标不同，幅值比较应读取色标数值。</a:t>
            </a:r>
          </a:p>
        </p:txBody>
      </p:sp>
    </p:spTree>
    <p:extLst>
      <p:ext uri="{BB962C8B-B14F-4D97-AF65-F5344CB8AC3E}">
        <p14:creationId xmlns:p14="http://schemas.microsoft.com/office/powerpoint/2010/main" val="3357235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8518F-19A3-406E-9C93-AC218FA2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零曲率位置上的能量分布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FA29D-2FB0-41EA-83BA-1CBC83EE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CFEF6-A48D-450E-B565-CB30030A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Jᵧ=Jₓ　左图只画零曲率线上的能量，浅灰背景表示未绘制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A5E98-A84C-4238-A209-785276C3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AB4C6-D9EE-4741-B940-4B73A59A1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65e4e03e94304"/>
          <a:stretch xmlns:a="http://schemas.openxmlformats.org/drawingml/2006/main"/>
        </p:blipFill>
        <p:spPr>
          <a:xfrm xmlns:a="http://schemas.openxmlformats.org/drawingml/2006/main">
            <a:off x="1188044" y="1066800"/>
            <a:ext cx="9796862" cy="43243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F7AAE-A8A9-46CD-9C93-61BEF125C5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8beb5057b472f"/>
          <a:stretch xmlns:a="http://schemas.openxmlformats.org/drawingml/2006/main"/>
        </p:blipFill>
        <p:spPr>
          <a:xfrm xmlns:a="http://schemas.openxmlformats.org/drawingml/2006/main">
            <a:off x="2432957" y="5419725"/>
            <a:ext cx="7307036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F0666-B46B-4989-BE0D-7D9B3828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72215-5377-4563-8106-D9A1A99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两族零曲率线周期重复，交点同时使两个方向的二阶导数为零。</a:t>
            </a:r>
          </a:p>
        </p:txBody>
      </p:sp>
    </p:spTree>
    <p:extLst>
      <p:ext uri="{BB962C8B-B14F-4D97-AF65-F5344CB8AC3E}">
        <p14:creationId xmlns:p14="http://schemas.microsoft.com/office/powerpoint/2010/main" val="6442009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1A34B-F607-4B7A-8D9A-6E321BB0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中心波矢的三种选择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60F33-2D6B-46C6-BC01-7E04AA1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069D7-5C47-4E12-BB8F-B5CC3513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以下固定 Jᵧ=Jₓ。中列依次为能带对 kₓ、kᵧ 的二阶导数。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5B9F4-9BF8-424D-B439-1B3B588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AAD59-FD81-46EF-8B66-BDF3D8A0E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ce052dab54a16"/>
          <a:stretch xmlns:a="http://schemas.openxmlformats.org/drawingml/2006/main"/>
        </p:blipFill>
        <p:spPr>
          <a:xfrm xmlns:a="http://schemas.openxmlformats.org/drawingml/2006/main">
            <a:off x="323850" y="1251718"/>
            <a:ext cx="4886325" cy="420216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1A4D7-0CFF-4844-B779-40157128DEAD}"/>
              </a:ext>
            </a:extLst>
          </p:cNvPr>
          <p:cNvGraphicFramePr/>
          <p:nvPr/>
        </p:nvGraphicFramePr>
        <p:xfrm>
          <a:off xmlns:a="http://schemas.openxmlformats.org/drawingml/2006/main" x="5295900" y="1533525"/>
          <a:ext xmlns:a="http://schemas.openxmlformats.org/drawingml/2006/main" cx="6457950" cy="2743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847850"/>
                <a:gridCol w="2276475"/>
              </a:tblGrid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 (kₓ₀,kᵧ₀)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二阶导数</a:t>
                      </a:r>
                    </a:p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Jₓa²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(0.7/a, 0.7/a)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(0.765, 0.765)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两个方向有二阶色散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(π/2a, 0.7/a)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(0, 0.765)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 x 向二阶项消失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(π/2a, π/2a)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(0, 0)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两个二阶项同时消失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62492-7A98-4F5E-B57C-407789CD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29150"/>
            <a:ext cx="624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图轴 kₓa/π=0.5 对应 kₓ=π/(2a)。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单条零曲率线只消去一个方向的二阶项，交点才同时消去两个。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00440-9F85-4F69-A3C2-84769C4F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8477B-E4DF-43E0-B323-9856D0D1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优先选 C 的中心波矢，用同初始宽度的 A、B 波包作对照。</a:t>
            </a:r>
          </a:p>
        </p:txBody>
      </p:sp>
    </p:spTree>
    <p:extLst>
      <p:ext uri="{BB962C8B-B14F-4D97-AF65-F5344CB8AC3E}">
        <p14:creationId xmlns:p14="http://schemas.microsoft.com/office/powerpoint/2010/main" val="84533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B7A99-F17B-4328-A18D-754249AB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初始波包：中心附近的一片波矢参与叠加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B1F37-F54F-4444-87A7-F49B2AEF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D8A20-FE69-4D26-BEA2-D013AC03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σ=6a，Jᵧ=Jₓ。kₓ₀、kᵧ₀ 为中心波矢，σ 为每个方向的初始概率宽度。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21C2D-A204-407E-8A27-BF7F3F0F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10F9F-209D-451A-AFE7-5490F8BE08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8348497fb74447"/>
          <a:stretch xmlns:a="http://schemas.openxmlformats.org/drawingml/2006/main"/>
        </p:blipFill>
        <p:spPr>
          <a:xfrm xmlns:a="http://schemas.openxmlformats.org/drawingml/2006/main">
            <a:off x="782879" y="1066800"/>
            <a:ext cx="10607191" cy="10287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44A08-8BF9-4526-8371-94A2929AD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6f6e3ce8f41e5"/>
          <a:stretch xmlns:a="http://schemas.openxmlformats.org/drawingml/2006/main"/>
        </p:blipFill>
        <p:spPr>
          <a:xfrm xmlns:a="http://schemas.openxmlformats.org/drawingml/2006/main">
            <a:off x="1390124" y="2257425"/>
            <a:ext cx="9392702" cy="2952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E61B8-B0BB-4678-B4B8-9BF49C43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每幅图的原点是各自中心波矢。黑圈显示主要谱分布，绿线表示零曲率。</a:t>
            </a:r>
          </a:p>
          <a:p xmlns:a="http://schemas.openxmlformats.org/drawingml/2006/main">
            <a:pPr algn="l">
              <a:def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谱宽 Δkₓ=Δkᵧ≈1/(2σ)=1/(12a)，从内到外黑圈为谱峰值的 90%、50%、10%。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6D03-1137-49A4-9D81-39074F46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2DE96-48E9-4529-B7A3-C82FDE0F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波包包含中心附近的一片波矢，中心曲率为零并不代表整片频谱曲率都为零。</a:t>
            </a:r>
          </a:p>
        </p:txBody>
      </p:sp>
    </p:spTree>
    <p:extLst>
      <p:ext uri="{BB962C8B-B14F-4D97-AF65-F5344CB8AC3E}">
        <p14:creationId xmlns:p14="http://schemas.microsoft.com/office/powerpoint/2010/main" val="1652610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99B2E-9F29-43E1-A489-091DB11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相同初始包络，不同载波波纹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E2A8A-F98C-4DAF-8BE3-E06ABD55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0035B-D809-4AD6-9267-B7C1A2B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σ=6a，Jᵧ=Jₓ，t=0　A₀=max|ψ(x,y,0)|，色标 Reψ/A₀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8A2E2-0098-4E0E-8526-BE1307F0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68E3D-6ED6-4A11-819F-66AF8CA31D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ab7297b54a75"/>
          <a:stretch xmlns:a="http://schemas.openxmlformats.org/drawingml/2006/main"/>
        </p:blipFill>
        <p:spPr>
          <a:xfrm xmlns:a="http://schemas.openxmlformats.org/drawingml/2006/main">
            <a:off x="371475" y="1254002"/>
            <a:ext cx="11430000" cy="36070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659A5-480A-4802-AC53-C2E15DB1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076825"/>
            <a:ext cx="545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包络相同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ACD85-04A3-4F83-BDF5-FD767C3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5486400"/>
            <a:ext cx="54578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三组初始概率均为同一个高斯分布。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每个方向的初始 RMS 宽度为 6a。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4B0B5-52B2-4C68-B45F-6A6F36C9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0768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载波不同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26130-8A51-4570-9202-DD2631AE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486400"/>
            <a:ext cx="5400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中心波矢改变格点间的相位。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显示波峰波谷，P 显示概率。</a:t>
            </a:r>
          </a:p>
        </p:txBody>
      </p:sp>
    </p:spTree>
    <p:extLst>
      <p:ext uri="{BB962C8B-B14F-4D97-AF65-F5344CB8AC3E}">
        <p14:creationId xmlns:p14="http://schemas.microsoft.com/office/powerpoint/2010/main" val="16479407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65667-7A1D-497D-AF34-C847E160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同初宽、同时间：末态概率的二维比较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F9CF-DCCB-4F96-A64B-C429750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CA4A92-C88D-4F75-AF17-3D80477B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σ=6a，Jᵧ=Jₓ，512×512 格点，完整余弦色散，t=180ℏ/Jₓ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96A3B-A508-490F-BA9F-EAF20FC4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CE1F2-B51F-47D3-92A0-CFB560E157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63755945f4bec"/>
          <a:stretch xmlns:a="http://schemas.openxmlformats.org/drawingml/2006/main"/>
        </p:blipFill>
        <p:spPr>
          <a:xfrm xmlns:a="http://schemas.openxmlformats.org/drawingml/2006/main">
            <a:off x="483755" y="1114425"/>
            <a:ext cx="11205441" cy="35814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9BC33-5D3E-4C12-8D43-D2B98C5972ED}"/>
              </a:ext>
            </a:extLst>
          </p:cNvPr>
          <p:cNvGraphicFramePr/>
          <p:nvPr/>
        </p:nvGraphicFramePr>
        <p:xfrm>
          <a:off xmlns:a="http://schemas.openxmlformats.org/drawingml/2006/main" x="457200" y="4876800"/>
          <a:ext xmlns:a="http://schemas.openxmlformats.org/drawingml/2006/main" cx="11239500" cy="847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47950"/>
                <a:gridCol w="2857500"/>
                <a:gridCol w="2857500"/>
                <a:gridCol w="2876550"/>
              </a:tblGrid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t=180ℏ/Jₓ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23863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(σₓ/a, σᵧ/a)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(12.924, 12.924)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(6.064, 12.924)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(6.064, 6.064)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EBC6F-A701-4246-99E2-0A6DEBCC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4BCF3-D617-46C6-9BF3-3361E14A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B 仍沿 y 明显展宽，C 在两个方向的有限时间展宽都较弱。</a:t>
            </a:r>
          </a:p>
        </p:txBody>
      </p:sp>
    </p:spTree>
    <p:extLst>
      <p:ext uri="{BB962C8B-B14F-4D97-AF65-F5344CB8AC3E}">
        <p14:creationId xmlns:p14="http://schemas.microsoft.com/office/powerpoint/2010/main" val="11619838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D7C628-431E-4F0E-AB0C-D1E49EC0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载波波纹在传播过程中的演化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56015-DCC2-4D5B-B42D-BBC89DF8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1AABF-5D27-4E7F-8B6B-987D87D6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σ=6a，Jᵧ=Jₓ，512×512 格点，完整余弦色散，t=0 至 180ℏ/Jₓ，共 61 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5EE50-EAD7-4A78-BDEF-9CF1A34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3473B-D233-4756-80F6-DE3CA9D7A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c2636cbd4071"/>
          <a:stretch xmlns:a="http://schemas.openxmlformats.org/drawingml/2006/main"/>
        </p:blipFill>
        <p:spPr>
          <a:xfrm xmlns:a="http://schemas.openxmlformats.org/drawingml/2006/main">
            <a:off x="409575" y="1093576"/>
            <a:ext cx="11372850" cy="412792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5E01C-5E32-4F38-A0F9-AAC572CA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58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图轴 (x−〈x〉)/a、(y−〈y〉)/a 表示减去各自质心后的实际位置。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Reψ 是固定相位约定下的振幅分量，固定单磁子数态的横向自旋均值为零。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5C468-F4C0-4F79-9916-54D609A3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17C13-B907-41A1-9B6A-D452EFF3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波纹显示格点相位结构，前后形变结合概率宽度与复振幅重叠衡量。</a:t>
            </a:r>
          </a:p>
        </p:txBody>
      </p:sp>
    </p:spTree>
    <p:extLst>
      <p:ext uri="{BB962C8B-B14F-4D97-AF65-F5344CB8AC3E}">
        <p14:creationId xmlns:p14="http://schemas.microsoft.com/office/powerpoint/2010/main" val="1111623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40CD3-AB2E-4FC7-A200-6F3B448F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用概率宽度衡量两个方向的展宽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2479B-2824-479D-AF24-DC0A5FF9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AA74B-6109-4CA6-B551-4B44DC53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σₓ、σᵧ 分别为相对概率质心的 RMS 宽度，初始值均为 6a。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77F90-CF87-4791-BB40-C82F03C2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9FD7823-0FD6-4984-95BE-B479D8E78E06}"/>
              </a:ext>
            </a:extLst>
          </p:cNvPr>
          <p:cNvGraphicFramePr/>
          <p:nvPr/>
        </p:nvGraphicFramePr>
        <p:xfrm>
          <a:off xmlns:a="http://schemas.openxmlformats.org/drawingml/2006/main" x="352425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a87de1baa24ce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DCD3E20-7648-4689-97F2-3403CA90E322}"/>
              </a:ext>
            </a:extLst>
          </p:cNvPr>
          <p:cNvGraphicFramePr/>
          <p:nvPr/>
        </p:nvGraphicFramePr>
        <p:xfrm>
          <a:off xmlns:a="http://schemas.openxmlformats.org/drawingml/2006/main" x="6191250" y="1285875"/>
          <a:ext xmlns:a="http://schemas.openxmlformats.org/drawingml/2006/main" cx="56388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4204e8a41a492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D49E1-511B-4974-A4ED-546A46EF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43500"/>
            <a:ext cx="11249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x 图中 B 与 C 重合，y 图中 A 与 B 重合。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C 在 t=180ℏ/Jₓ 时两个方向宽度均为 6.064a，比初始宽度增加约 1.07%。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B70E4-6F88-4770-A77C-83E2065B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C9DE8-13E8-4CBD-AC88-5660C93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相同初始宽度、相同传播时间的比较支持交点附近的有限时间低展宽设计。</a:t>
            </a:r>
          </a:p>
        </p:txBody>
      </p:sp>
    </p:spTree>
    <p:extLst>
      <p:ext uri="{BB962C8B-B14F-4D97-AF65-F5344CB8AC3E}">
        <p14:creationId xmlns:p14="http://schemas.microsoft.com/office/powerpoint/2010/main" val="18319543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D4718-D361-44C9-9870-9019AED4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保形还需比较完整复振幅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27481-D77F-4035-893A-152A412A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AD2ED-B3BB-4828-A782-B6C37322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F(t) 是波包与“按自身平均速度平移的初态”的重叠平方。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9C9CC-BB08-41FF-BDFA-F7FEE8DE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2291B-3B61-49DD-91FB-3867AE1359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563d2e31746cf"/>
          <a:stretch xmlns:a="http://schemas.openxmlformats.org/drawingml/2006/main"/>
        </p:blipFill>
        <p:spPr>
          <a:xfrm xmlns:a="http://schemas.openxmlformats.org/drawingml/2006/main">
            <a:off x="2827665" y="1057275"/>
            <a:ext cx="6508094" cy="20669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3595A-84B4-4B23-ADBA-5E8B8165DB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dbb5f4d8c47a7"/>
          <a:stretch xmlns:a="http://schemas.openxmlformats.org/drawingml/2006/main"/>
        </p:blipFill>
        <p:spPr>
          <a:xfrm xmlns:a="http://schemas.openxmlformats.org/drawingml/2006/main">
            <a:off x="4281610" y="3190875"/>
            <a:ext cx="3895481" cy="82867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83D104D-79C1-4973-B1B8-3F30061BAD6D}"/>
              </a:ext>
            </a:extLst>
          </p:cNvPr>
          <p:cNvGraphicFramePr/>
          <p:nvPr/>
        </p:nvGraphicFramePr>
        <p:xfrm>
          <a:off xmlns:a="http://schemas.openxmlformats.org/drawingml/2006/main" x="428625" y="4105275"/>
          <a:ext xmlns:a="http://schemas.openxmlformats.org/drawingml/2006/main" cx="699135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1480b335a54d0f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DCDED-4AB3-4664-A51F-3CCB48914E2C}"/>
              </a:ext>
            </a:extLst>
          </p:cNvPr>
          <p:cNvGraphicFramePr/>
          <p:nvPr/>
        </p:nvGraphicFramePr>
        <p:xfrm>
          <a:off xmlns:a="http://schemas.openxmlformats.org/drawingml/2006/main" x="7772400" y="4105275"/>
          <a:ext xmlns:a="http://schemas.openxmlformats.org/drawingml/2006/main" cx="3914775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343025"/>
              </a:tblGrid>
              <a:tr h="416719"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t=180ℏ/Jₓ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F(t)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16719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普通点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0.5233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零曲率线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0.7221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6719"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零曲率交点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0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0.9965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72EA9-B078-4C06-8A33-39F8EC5A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18C5F-F237-4795-B22A-A9DB1BFB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C 的剩余谱相位较小，F≈0.9965。该结论对应当前初宽与传播时间。</a:t>
            </a:r>
          </a:p>
        </p:txBody>
      </p:sp>
    </p:spTree>
    <p:extLst>
      <p:ext uri="{BB962C8B-B14F-4D97-AF65-F5344CB8AC3E}">
        <p14:creationId xmlns:p14="http://schemas.microsoft.com/office/powerpoint/2010/main" val="16422265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7FACE5-C7D6-4D08-87F8-52CFFCDF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频宽设计：较宽初态可以延长保形时间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0D74F-06B5-46AE-A2D2-012A7F7F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CDBFDE-D1AD-4826-A305-D898BA29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 点 (kₓ₀,kᵧ₀)=(π/2a,π/2a)，Jᵧ=Jₓ，1024×1024 格点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7BF72-9F5D-4F1C-B59D-30DE300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26C02A1-5E77-4FC2-8171-E450F8469437}"/>
              </a:ext>
            </a:extLst>
          </p:cNvPr>
          <p:cNvGraphicFramePr/>
          <p:nvPr/>
        </p:nvGraphicFramePr>
        <p:xfrm>
          <a:off xmlns:a="http://schemas.openxmlformats.org/drawingml/2006/main" x="371475" y="1304925"/>
          <a:ext xmlns:a="http://schemas.openxmlformats.org/drawingml/2006/main" cx="7248525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b1b02119b6412e"/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7080E-2349-4FFA-8E45-19310C67F6EA}"/>
              </a:ext>
            </a:extLst>
          </p:cNvPr>
          <p:cNvGraphicFramePr/>
          <p:nvPr/>
        </p:nvGraphicFramePr>
        <p:xfrm>
          <a:off xmlns:a="http://schemas.openxmlformats.org/drawingml/2006/main" x="7734300" y="1543050"/>
          <a:ext xmlns:a="http://schemas.openxmlformats.org/drawingml/2006/main" cx="4019550" cy="2486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371600"/>
                <a:gridCol w="1504950"/>
              </a:tblGrid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初宽 σ/a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谱宽 Δk</a:t>
                      </a:r>
                    </a:p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单位 1/a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F(360ℏ/Jₓ)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0.1250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0.8883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0.0833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0.9864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506"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0.0625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4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0.9975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F91C-A007-489C-813C-26F7145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672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Δkₓ=Δkᵧ≈1/(2σ)。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较宽初态占用更大的空间范围，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对应更窄频谱与更小的高阶形变。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A8B15-9387-4119-8017-8B77FDAA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FF445-34B9-480F-B6A2-4DF5EA86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初步设计需要同时选择中心波矢与初始宽度，比较时明确所用空间资源。</a:t>
            </a:r>
          </a:p>
        </p:txBody>
      </p:sp>
    </p:spTree>
    <p:extLst>
      <p:ext uri="{BB962C8B-B14F-4D97-AF65-F5344CB8AC3E}">
        <p14:creationId xmlns:p14="http://schemas.microsoft.com/office/powerpoint/2010/main" val="12039620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E8FC4-80C5-47AC-9414-2F432078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零曲率交点仍保留三阶色散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B7762-CC69-4019-B58F-DFF562B7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D25FB-8B34-479C-A8DC-6581D91C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中心 (π/2a,π/2a)，Jᵧ=Jₓ，σ=4a，t=0、180ℏ/Jₓ、360ℏ/Jₓ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B29650-6A20-4772-8B69-549DD0A0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ADAC9-8C4B-40C4-BDC1-4A9912C0AD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7069cb86347eb"/>
          <a:stretch xmlns:a="http://schemas.openxmlformats.org/drawingml/2006/main"/>
        </p:blipFill>
        <p:spPr>
          <a:xfrm xmlns:a="http://schemas.openxmlformats.org/drawingml/2006/main">
            <a:off x="466725" y="1076419"/>
            <a:ext cx="11239500" cy="1190437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E565E-87D2-4D81-89F8-56419089E7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ec725a0a874308"/>
          <a:stretch xmlns:a="http://schemas.openxmlformats.org/drawingml/2006/main"/>
        </p:blipFill>
        <p:spPr>
          <a:xfrm xmlns:a="http://schemas.openxmlformats.org/drawingml/2006/main">
            <a:off x="1888822" y="2457450"/>
            <a:ext cx="8395307" cy="31527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58C36D-D860-4162-993D-FA923BF4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843D6-84DC-4B4B-B310-4D367910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二阶项消失后仍保留三阶项，有限带宽波包在更长时间内仍会偏斜和展宽。</a:t>
            </a:r>
          </a:p>
        </p:txBody>
      </p:sp>
    </p:spTree>
    <p:extLst>
      <p:ext uri="{BB962C8B-B14F-4D97-AF65-F5344CB8AC3E}">
        <p14:creationId xmlns:p14="http://schemas.microsoft.com/office/powerpoint/2010/main" val="437888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8349E-992D-4415-8AB1-F5A410A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减小纵向交换，调节剩余的 y 向色散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81C84-26C4-4FD6-994D-5719817C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8563F-B202-4F10-9F2D-FCE77D10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B 点 (kₓ₀,kᵧ₀)=(π/2a,0.7/a)，σ=6a，t=180ℏ/Jₓ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AE51C-3819-431C-A7FC-8DFEA2C2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FF6A0-6589-4704-AFB7-6AAF171642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f20b6a2494bd8"/>
          <a:stretch xmlns:a="http://schemas.openxmlformats.org/drawingml/2006/main"/>
        </p:blipFill>
        <p:spPr>
          <a:xfrm xmlns:a="http://schemas.openxmlformats.org/drawingml/2006/main">
            <a:off x="333375" y="1227312"/>
            <a:ext cx="7400925" cy="3117501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7378696-7733-4A31-98F7-FAFEA10AAE61}"/>
              </a:ext>
            </a:extLst>
          </p:cNvPr>
          <p:cNvGraphicFramePr/>
          <p:nvPr/>
        </p:nvGraphicFramePr>
        <p:xfrm>
          <a:off xmlns:a="http://schemas.openxmlformats.org/drawingml/2006/main" x="7867650" y="1323975"/>
          <a:ext xmlns:a="http://schemas.openxmlformats.org/drawingml/2006/main" cx="3933825" cy="30384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19dd7310be4311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3DE08-78FD-4BDF-A528-18BD49B3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838700"/>
            <a:ext cx="11210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Jᵧ=0.3Jₓ 时，末态 σᵧ=6.913a，F=0.9597。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y 向平均速度同时由 0.642Jₓa/ℏ 降为 0.193Jₓa/ℏ，传播方向也改变。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DE148-C536-448A-8291-66B69D7B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8614A-E930-4B17-9B3F-B4AF0A9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减小 Jᵧ 可以减弱剩余的 y 向色散，设计还需满足目标传播方向与距离。</a:t>
            </a:r>
          </a:p>
        </p:txBody>
      </p:sp>
    </p:spTree>
    <p:extLst>
      <p:ext uri="{BB962C8B-B14F-4D97-AF65-F5344CB8AC3E}">
        <p14:creationId xmlns:p14="http://schemas.microsoft.com/office/powerpoint/2010/main" val="8015298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695A8-0367-4244-A4F3-E1A05FC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1353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波包初步方案与下一步检验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FDDD9-716F-4986-9535-0527DA4B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D2694-D5FD-4B2B-B423-5D195EB1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43675"/>
            <a:ext cx="1076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当前范围：均匀、零外场、无耗散的自旋 1/2 铁磁单磁子模型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CC9E0-820F-47DF-B9A0-0BA1FD5A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1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0F2128-26A5-49E2-A565-6C82248C030F}"/>
              </a:ext>
            </a:extLst>
          </p:cNvPr>
          <p:cNvGraphicFramePr/>
          <p:nvPr/>
        </p:nvGraphicFramePr>
        <p:xfrm>
          <a:off xmlns:a="http://schemas.openxmlformats.org/drawingml/2006/main" x="447675" y="1238250"/>
          <a:ext xmlns:a="http://schemas.openxmlformats.org/drawingml/2006/main" cx="11287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38325"/>
                <a:gridCol w="4162425"/>
                <a:gridCol w="5286375"/>
              </a:tblGrid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设计环节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当前初步方案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依据与边界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中心波矢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 (kₓ₀,kᵧ₀)=(π/2a,π/2a)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两个方向的能带二阶导数同时为零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初始宽度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先取 σ=6a，可扩展至 8a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较窄频谱减小高阶形变，初态占用空间更大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Jᵧ=Jₓ，主比较至 t=180ℏ/Jₓ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σ=6a 时 F≈0.9965，宽度增加约 1.07%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继续调节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交换比 Jᵧ/Jₓ、宽度与传播距离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检查高阶色散、边界与实际材料参数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4C8E9-8F61-4605-A125-F5E82EF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76775"/>
            <a:ext cx="548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053B3-0866-4A5C-803B-754A3C2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86350"/>
            <a:ext cx="5486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解析曲率、扩展能带图和 9 组受控模拟。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完整色散演化与扩大盒检查相互核验。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D2F30-698A-4CCE-B376-A1D0E86B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76775"/>
            <a:ext cx="530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66AE6-2A51-4055-9328-DFEDBBC8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86350"/>
            <a:ext cx="53054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给定目标距离和初态空间范围，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优化保形程度并加入实际制备与耗散。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4B5A7-A902-4B46-8944-10DB2B9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34075"/>
            <a:ext cx="11353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060B5-33D4-4DD8-99C1-6C1E5BB4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048375"/>
            <a:ext cx="1131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当前方案支持有限时间的低展宽传播，尚不构成永久无色散波包。</a:t>
            </a:r>
          </a:p>
        </p:txBody>
      </p:sp>
    </p:spTree>
    <p:extLst>
      <p:ext uri="{BB962C8B-B14F-4D97-AF65-F5344CB8AC3E}">
        <p14:creationId xmlns:p14="http://schemas.microsoft.com/office/powerpoint/2010/main" val="1070460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2026-10-20T01:23:24.4810000Z</dcterms:created>
  <dcterms:modified xsi:type="dcterms:W3CDTF">2026-10-20T01:23:24.4810000Z</dcterms:modified>
</coreProperties>
</file>