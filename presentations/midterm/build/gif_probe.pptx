
<file path=[Content_Types].xml><?xml version="1.0" encoding="utf-8"?>
<Types xmlns="http://schemas.openxmlformats.org/package/2006/content-types">
  <Default Extension="xml" ContentType="application/vnd.openxmlformats-package.core-properties+xml"/>
  <Default Extension="gif" ContentType="image/gif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af66ed7eec4118" /><Relationship Type="http://schemas.openxmlformats.org/officeDocument/2006/relationships/extended-properties" Target="/docProps/app.xml" Id="R4aab415eb86840d6" /><Relationship Type="http://schemas.openxmlformats.org/officeDocument/2006/relationships/officeDocument" Target="/ppt/presentation.xml" Id="Rc367bae38de843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b3b9c8a478478c"/>
  </p:sldMasterIdLst>
  <p:notesMasterIdLst>
    <p:notesMasterId xmlns:r="http://schemas.openxmlformats.org/officeDocument/2006/relationships" r:id="R2a2d83e458a74e68"/>
  </p:notesMasterIdLst>
  <p:sldIdLst>
    <p:sldId xmlns:r="http://schemas.openxmlformats.org/officeDocument/2006/relationships" id="256" r:id="Rb8388b756e4a44d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f4f899abc84f66" /><Relationship Type="http://schemas.openxmlformats.org/officeDocument/2006/relationships/slideMaster" Target="/ppt/slideMasters/slideMaster1.xml" Id="Rb2b3b9c8a478478c" /><Relationship Type="http://schemas.openxmlformats.org/officeDocument/2006/relationships/notesMaster" Target="/ppt/notesMasters/notesMaster1.xml" Id="R2a2d83e458a74e68" /><Relationship Type="http://schemas.openxmlformats.org/officeDocument/2006/relationships/presProps" Target="/ppt/presProps.xml" Id="Rf474f10cf1df45ef" /><Relationship Type="http://schemas.openxmlformats.org/officeDocument/2006/relationships/tableStyles" Target="/ppt/tableStyles.xml" Id="R10bf5ca589c146dc" /><Relationship Type="http://schemas.openxmlformats.org/officeDocument/2006/relationships/slide" Target="/ppt/slides/slide1.xml" Id="Rb8388b756e4a44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a86f00c4064f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def588ccbb4f9c" /><Relationship Type="http://schemas.openxmlformats.org/officeDocument/2006/relationships/notesMaster" Target="/ppt/notesMasters/notesMaster1.xml" Id="R8c55249a916a49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3fe49b4d73487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c9558244fa4b7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d7f7fe9c8442b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3e2b325a3d45b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48508ab5c44fc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5fc7daabd7495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A88B5B3-2F5F-46B3-805C-7614798F7F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B6F7CEA-5198-423F-8F85-844FBA4D1A1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1576914-1CD8-466C-95DE-D2DB81916D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28EF2ED-5FCC-4F9E-9CA2-B0D525E35A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E600027-B2AB-42EE-8DA9-7A13791B3C5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1A76188-6ACE-4869-8471-3FCA214B45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8EA0EA5-9837-4382-BFA0-03B56165B5C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D9D6089-0623-418D-B967-C59EA7D6932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0462295-C395-43A9-9DAF-3DF6DFFFD3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D57CCCE-5283-4051-8391-7CAA4683D9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b5fcc5b72041f1" /><Relationship Type="http://schemas.openxmlformats.org/officeDocument/2006/relationships/slideLayout" Target="/ppt/slideLayouts/slideLayout1.xml" Id="R3719c39e464a4412" /><Relationship Type="http://schemas.openxmlformats.org/officeDocument/2006/relationships/slideLayout" Target="/ppt/slideLayouts/slideLayout2.xml" Id="R97976a84365a4044" /><Relationship Type="http://schemas.openxmlformats.org/officeDocument/2006/relationships/slideLayout" Target="/ppt/slideLayouts/slideLayout3.xml" Id="R9b996af74d10401a" /><Relationship Type="http://schemas.openxmlformats.org/officeDocument/2006/relationships/slideLayout" Target="/ppt/slideLayouts/slideLayout4.xml" Id="Rb8e9c730251649c5" /><Relationship Type="http://schemas.openxmlformats.org/officeDocument/2006/relationships/slideLayout" Target="/ppt/slideLayouts/slideLayout5.xml" Id="R48f1364123f541c8" /><Relationship Type="http://schemas.openxmlformats.org/officeDocument/2006/relationships/slideLayout" Target="/ppt/slideLayouts/slideLayout6.xml" Id="R32c9b811e6884b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19c39e464a4412"/>
    <p:sldLayoutId xmlns:r="http://schemas.openxmlformats.org/officeDocument/2006/relationships" id="2147483650" r:id="R97976a84365a4044"/>
    <p:sldLayoutId xmlns:r="http://schemas.openxmlformats.org/officeDocument/2006/relationships" id="2147483651" r:id="R9b996af74d10401a"/>
    <p:sldLayoutId xmlns:r="http://schemas.openxmlformats.org/officeDocument/2006/relationships" id="2147483652" r:id="Rb8e9c730251649c5"/>
    <p:sldLayoutId xmlns:r="http://schemas.openxmlformats.org/officeDocument/2006/relationships" id="2147483653" r:id="R48f1364123f541c8"/>
    <p:sldLayoutId xmlns:r="http://schemas.openxmlformats.org/officeDocument/2006/relationships" id="2147483654" r:id="R32c9b811e6884b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c825615ed24a20" /><Relationship Type="http://schemas.openxmlformats.org/officeDocument/2006/relationships/image" Target="/ppt/media/image.gif" Id="R975b81189f4b40ed" /><Relationship Type="http://schemas.openxmlformats.org/officeDocument/2006/relationships/notesSlide" Target="/ppt/notesSlides/notesSlide1.xml" Id="Rd7e070e869d840f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DDEEE6-F626-4FFA-9A80-5918FDAE56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5b81189f4b40ed"/>
          <a:stretch xmlns:a="http://schemas.openxmlformats.org/drawingml/2006/main"/>
        </p:blipFill>
        <p:spPr>
          <a:xfrm xmlns:a="http://schemas.openxmlformats.org/drawingml/2006/main">
            <a:off x="381000" y="392906"/>
            <a:ext cx="11430000" cy="60721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2494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2026-10-19T13:41:45.0810000Z</dcterms:created>
  <dcterms:modified xsi:type="dcterms:W3CDTF">2026-10-19T13:41:45.0810000Z</dcterms:modified>
</coreProperties>
</file>