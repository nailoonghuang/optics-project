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3a0ae5a38c44ef" /><Relationship Type="http://schemas.openxmlformats.org/officeDocument/2006/relationships/extended-properties" Target="/docProps/app.xml" Id="Rbf280078e43c4078" /><Relationship Type="http://schemas.openxmlformats.org/officeDocument/2006/relationships/officeDocument" Target="/ppt/presentation.xml" Id="R4307affd7b254a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825d35ef21474e"/>
  </p:sldMasterIdLst>
  <p:notesMasterIdLst>
    <p:notesMasterId xmlns:r="http://schemas.openxmlformats.org/officeDocument/2006/relationships" r:id="Rbb987cf41bb24873"/>
  </p:notesMasterIdLst>
  <p:sldIdLst>
    <p:sldId xmlns:r="http://schemas.openxmlformats.org/officeDocument/2006/relationships" id="256" r:id="R7057fb55e44045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a33f86621e41e7" /><Relationship Type="http://schemas.openxmlformats.org/officeDocument/2006/relationships/slideMaster" Target="/ppt/slideMasters/slideMaster1.xml" Id="R61825d35ef21474e" /><Relationship Type="http://schemas.openxmlformats.org/officeDocument/2006/relationships/notesMaster" Target="/ppt/notesMasters/notesMaster1.xml" Id="Rbb987cf41bb24873" /><Relationship Type="http://schemas.openxmlformats.org/officeDocument/2006/relationships/presProps" Target="/ppt/presProps.xml" Id="R33b277082ccd4386" /><Relationship Type="http://schemas.openxmlformats.org/officeDocument/2006/relationships/tableStyles" Target="/ppt/tableStyles.xml" Id="R9332d6b595a4401f" /><Relationship Type="http://schemas.openxmlformats.org/officeDocument/2006/relationships/slide" Target="/ppt/slides/slide1.xml" Id="R7057fb55e44045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13e4eadf3e43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812d124d2f408f" /><Relationship Type="http://schemas.openxmlformats.org/officeDocument/2006/relationships/notesMaster" Target="/ppt/notesMasters/notesMaster1.xml" Id="R8f72029acbc04c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28ae15d004a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754308a6b44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66cf3c79f341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c87ce09f14e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7d3c5094d4c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49a4752d940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98DA80-1D3D-4407-9918-C43D6F6FC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FB2AA2-D57F-4B79-9AC6-3CF18DD4EF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84EEA6-5D9A-48C7-AA08-9CD186A6B7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EBA8DA-4202-47D0-82CB-6EF2A5A04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75075E-F62E-431E-B1C3-4091A6724E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BABD20-42E4-4025-979C-F2B84683B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6C549A-F372-4B35-8A17-4811B0BB8A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AB5265-5279-441E-8196-245B8C808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EAD8CC-52B7-4FAB-B97A-2660AD60A2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653903-E013-4CB6-8367-D66A97D541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7429ecfeed4c65" /><Relationship Type="http://schemas.openxmlformats.org/officeDocument/2006/relationships/slideLayout" Target="/ppt/slideLayouts/slideLayout1.xml" Id="R81d6d56157754e4b" /><Relationship Type="http://schemas.openxmlformats.org/officeDocument/2006/relationships/slideLayout" Target="/ppt/slideLayouts/slideLayout2.xml" Id="R0baa22fbf7694d16" /><Relationship Type="http://schemas.openxmlformats.org/officeDocument/2006/relationships/slideLayout" Target="/ppt/slideLayouts/slideLayout3.xml" Id="Rf9b458a93de941d6" /><Relationship Type="http://schemas.openxmlformats.org/officeDocument/2006/relationships/slideLayout" Target="/ppt/slideLayouts/slideLayout4.xml" Id="Rf17d97a979184c50" /><Relationship Type="http://schemas.openxmlformats.org/officeDocument/2006/relationships/slideLayout" Target="/ppt/slideLayouts/slideLayout5.xml" Id="R0379e0e2979443e9" /><Relationship Type="http://schemas.openxmlformats.org/officeDocument/2006/relationships/slideLayout" Target="/ppt/slideLayouts/slideLayout6.xml" Id="R7a8c3cae22464e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d6d56157754e4b"/>
    <p:sldLayoutId xmlns:r="http://schemas.openxmlformats.org/officeDocument/2006/relationships" id="2147483650" r:id="R0baa22fbf7694d16"/>
    <p:sldLayoutId xmlns:r="http://schemas.openxmlformats.org/officeDocument/2006/relationships" id="2147483651" r:id="Rf9b458a93de941d6"/>
    <p:sldLayoutId xmlns:r="http://schemas.openxmlformats.org/officeDocument/2006/relationships" id="2147483652" r:id="Rf17d97a979184c50"/>
    <p:sldLayoutId xmlns:r="http://schemas.openxmlformats.org/officeDocument/2006/relationships" id="2147483653" r:id="R0379e0e2979443e9"/>
    <p:sldLayoutId xmlns:r="http://schemas.openxmlformats.org/officeDocument/2006/relationships" id="2147483654" r:id="R7a8c3cae22464e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c31c8aa6b4077" /><Relationship Type="http://schemas.openxmlformats.org/officeDocument/2006/relationships/chart" Target="/ppt/slides/charts/chart1.xml" Id="R815fd69b7a9442ad" /><Relationship Type="http://schemas.openxmlformats.org/officeDocument/2006/relationships/notesSlide" Target="/ppt/notesSlides/notesSlide1.xml" Id="R1868bd5b460c47eb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latin typeface="Microsoft YaHei"/>
                <a:ea typeface="Microsoft YaHei"/>
                <a:cs typeface="Microsoft YaHei"/>
              </a:rPr>
              <a:t>质心随时间变化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数值结果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circle"/>
            <c:size val="5"/>
          </c:marker>
          <c:xVal>
            <c:numLit>
              <c:formatCode>General</c:formatCode>
              <c:ptCount val="7"/>
              <c:pt idx="0">
                <c:v>0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0</c:v>
              </c:pt>
              <c:pt idx="1">
                <c:v>6.4</c:v>
              </c:pt>
              <c:pt idx="2">
                <c:v>12.8</c:v>
              </c:pt>
              <c:pt idx="3">
                <c:v>19.2</c:v>
              </c:pt>
              <c:pt idx="4">
                <c:v>25.6</c:v>
              </c:pt>
              <c:pt idx="5">
                <c:v>32</c:v>
              </c:pt>
              <c:pt idx="6">
                <c:v>38.4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质心 x/a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46BCE-58B0-4D80-A874-229A4D79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自旋激发的传播与展宽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11268-F99E-4E0B-8ED4-CC7D06B7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810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相同的初始概率包络</a:t>
            </a:r>
          </a:p>
          <a:p xmlns:a="http://schemas.openxmlformats.org/drawingml/2006/main">
            <a: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载波决定波矢分布</a:t>
            </a:r>
          </a:p>
          <a:p xmlns:a="http://schemas.openxmlformats.org/drawingml/2006/main">
            <a:pPr>
              <a:def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交换强度控制传播速度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40DBD334-1348-4DE7-BD92-B9AF9A3CA249}"/>
              </a:ext>
            </a:extLst>
          </p:cNvPr>
          <p:cNvGraphicFramePr/>
          <p:nvPr/>
        </p:nvGraphicFramePr>
        <p:xfrm>
          <a:off xmlns:a="http://schemas.openxmlformats.org/drawingml/2006/main" x="4953000" y="1333500"/>
          <a:ext xmlns:a="http://schemas.openxmlformats.org/drawingml/2006/main" cx="66675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5fd69b7a9442ad"/>
          </a:graphicData>
        </a:graphic>
      </p:graphicFrame>
    </p:spTree>
    <p:extLst>
      <p:ext uri="{BB962C8B-B14F-4D97-AF65-F5344CB8AC3E}">
        <p14:creationId xmlns:p14="http://schemas.microsoft.com/office/powerpoint/2010/main" val="337139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2026-10-19T13:39:03.1960000Z</dcterms:created>
  <dcterms:modified xsi:type="dcterms:W3CDTF">2026-10-19T13:39:03.1960000Z</dcterms:modified>
</coreProperties>
</file>