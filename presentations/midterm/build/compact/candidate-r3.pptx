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819013ed2a4b37" /><Relationship Type="http://schemas.openxmlformats.org/officeDocument/2006/relationships/extended-properties" Target="/docProps/app.xml" Id="Rceb594bf130d43da" /><Relationship Type="http://schemas.openxmlformats.org/officeDocument/2006/relationships/officeDocument" Target="/ppt/presentation.xml" Id="Rb5ea6d7719264a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877f7473d84345"/>
  </p:sldMasterIdLst>
  <p:notesMasterIdLst>
    <p:notesMasterId xmlns:r="http://schemas.openxmlformats.org/officeDocument/2006/relationships" r:id="R63b0442e09434041"/>
  </p:notesMasterIdLst>
  <p:sldIdLst>
    <p:sldId xmlns:r="http://schemas.openxmlformats.org/officeDocument/2006/relationships" id="256" r:id="R4a810c1d55eb4db9"/>
    <p:sldId xmlns:r="http://schemas.openxmlformats.org/officeDocument/2006/relationships" id="257" r:id="R28c2e4867b9748b2"/>
    <p:sldId xmlns:r="http://schemas.openxmlformats.org/officeDocument/2006/relationships" id="258" r:id="R86125d3950e94d98"/>
    <p:sldId xmlns:r="http://schemas.openxmlformats.org/officeDocument/2006/relationships" id="259" r:id="Ra4ce17b986b2495c"/>
    <p:sldId xmlns:r="http://schemas.openxmlformats.org/officeDocument/2006/relationships" id="260" r:id="R757334cbf4dd4a41"/>
    <p:sldId xmlns:r="http://schemas.openxmlformats.org/officeDocument/2006/relationships" id="261" r:id="R589081a3402941ef"/>
    <p:sldId xmlns:r="http://schemas.openxmlformats.org/officeDocument/2006/relationships" id="262" r:id="R4db85917f8f94983"/>
    <p:sldId xmlns:r="http://schemas.openxmlformats.org/officeDocument/2006/relationships" id="263" r:id="R7b8f2dc606694db6"/>
    <p:sldId xmlns:r="http://schemas.openxmlformats.org/officeDocument/2006/relationships" id="264" r:id="R94e41b26acd24321"/>
    <p:sldId xmlns:r="http://schemas.openxmlformats.org/officeDocument/2006/relationships" id="265" r:id="R7af9464815414f65"/>
    <p:sldId xmlns:r="http://schemas.openxmlformats.org/officeDocument/2006/relationships" id="266" r:id="Rc3afcc074193405f"/>
    <p:sldId xmlns:r="http://schemas.openxmlformats.org/officeDocument/2006/relationships" id="267" r:id="R001c18965089424b"/>
    <p:sldId xmlns:r="http://schemas.openxmlformats.org/officeDocument/2006/relationships" id="268" r:id="Rd0c4aea378fa46ad"/>
    <p:sldId xmlns:r="http://schemas.openxmlformats.org/officeDocument/2006/relationships" id="269" r:id="R6aec795f62664197"/>
    <p:sldId xmlns:r="http://schemas.openxmlformats.org/officeDocument/2006/relationships" id="270" r:id="Rec887569c68d4f41"/>
    <p:sldId xmlns:r="http://schemas.openxmlformats.org/officeDocument/2006/relationships" id="271" r:id="Re73a44352ce947cb"/>
    <p:sldId xmlns:r="http://schemas.openxmlformats.org/officeDocument/2006/relationships" id="272" r:id="R2f9f2096410d4b04"/>
    <p:sldId xmlns:r="http://schemas.openxmlformats.org/officeDocument/2006/relationships" id="273" r:id="R48bb68bfe19f48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03b7effa074e62" /><Relationship Type="http://schemas.openxmlformats.org/officeDocument/2006/relationships/slideMaster" Target="/ppt/slideMasters/slideMaster1.xml" Id="R8e877f7473d84345" /><Relationship Type="http://schemas.openxmlformats.org/officeDocument/2006/relationships/notesMaster" Target="/ppt/notesMasters/notesMaster1.xml" Id="R63b0442e09434041" /><Relationship Type="http://schemas.openxmlformats.org/officeDocument/2006/relationships/presProps" Target="/ppt/presProps.xml" Id="R75e8ec8fa710406b" /><Relationship Type="http://schemas.openxmlformats.org/officeDocument/2006/relationships/tableStyles" Target="/ppt/tableStyles.xml" Id="R14de179f14bd4765" /><Relationship Type="http://schemas.openxmlformats.org/officeDocument/2006/relationships/slide" Target="/ppt/slides/slide1.xml" Id="R4a810c1d55eb4db9" /><Relationship Type="http://schemas.openxmlformats.org/officeDocument/2006/relationships/slide" Target="/ppt/slides/slide2.xml" Id="R28c2e4867b9748b2" /><Relationship Type="http://schemas.openxmlformats.org/officeDocument/2006/relationships/slide" Target="/ppt/slides/slide3.xml" Id="R86125d3950e94d98" /><Relationship Type="http://schemas.openxmlformats.org/officeDocument/2006/relationships/slide" Target="/ppt/slides/slide4.xml" Id="Ra4ce17b986b2495c" /><Relationship Type="http://schemas.openxmlformats.org/officeDocument/2006/relationships/slide" Target="/ppt/slides/slide5.xml" Id="R757334cbf4dd4a41" /><Relationship Type="http://schemas.openxmlformats.org/officeDocument/2006/relationships/slide" Target="/ppt/slides/slide6.xml" Id="R589081a3402941ef" /><Relationship Type="http://schemas.openxmlformats.org/officeDocument/2006/relationships/slide" Target="/ppt/slides/slide7.xml" Id="R4db85917f8f94983" /><Relationship Type="http://schemas.openxmlformats.org/officeDocument/2006/relationships/slide" Target="/ppt/slides/slide8.xml" Id="R7b8f2dc606694db6" /><Relationship Type="http://schemas.openxmlformats.org/officeDocument/2006/relationships/slide" Target="/ppt/slides/slide9.xml" Id="R94e41b26acd24321" /><Relationship Type="http://schemas.openxmlformats.org/officeDocument/2006/relationships/slide" Target="/ppt/slides/slide10.xml" Id="R7af9464815414f65" /><Relationship Type="http://schemas.openxmlformats.org/officeDocument/2006/relationships/slide" Target="/ppt/slides/slide11.xml" Id="Rc3afcc074193405f" /><Relationship Type="http://schemas.openxmlformats.org/officeDocument/2006/relationships/slide" Target="/ppt/slides/slide12.xml" Id="R001c18965089424b" /><Relationship Type="http://schemas.openxmlformats.org/officeDocument/2006/relationships/slide" Target="/ppt/slides/slide13.xml" Id="Rd0c4aea378fa46ad" /><Relationship Type="http://schemas.openxmlformats.org/officeDocument/2006/relationships/slide" Target="/ppt/slides/slide14.xml" Id="R6aec795f62664197" /><Relationship Type="http://schemas.openxmlformats.org/officeDocument/2006/relationships/slide" Target="/ppt/slides/slide15.xml" Id="Rec887569c68d4f41" /><Relationship Type="http://schemas.openxmlformats.org/officeDocument/2006/relationships/slide" Target="/ppt/slides/slide16.xml" Id="Re73a44352ce947cb" /><Relationship Type="http://schemas.openxmlformats.org/officeDocument/2006/relationships/slide" Target="/ppt/slides/slide17.xml" Id="R2f9f2096410d4b04" /><Relationship Type="http://schemas.openxmlformats.org/officeDocument/2006/relationships/slide" Target="/ppt/slides/slide18.xml" Id="R48bb68bfe19f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4938a48a94b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4a9f9067ac49b6" /><Relationship Type="http://schemas.openxmlformats.org/officeDocument/2006/relationships/notesMaster" Target="/ppt/notesMasters/notesMaster1.xml" Id="R734e66778b184e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9e3d75e614b22" /><Relationship Type="http://schemas.openxmlformats.org/officeDocument/2006/relationships/notesMaster" Target="/ppt/notesMasters/notesMaster1.xml" Id="R6728672f316f4d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e01a308cd74291" /><Relationship Type="http://schemas.openxmlformats.org/officeDocument/2006/relationships/notesMaster" Target="/ppt/notesMasters/notesMaster1.xml" Id="R42c1b5dc2a0749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90f058af064e18" /><Relationship Type="http://schemas.openxmlformats.org/officeDocument/2006/relationships/notesMaster" Target="/ppt/notesMasters/notesMaster1.xml" Id="R79465cec657447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782573dd014330" /><Relationship Type="http://schemas.openxmlformats.org/officeDocument/2006/relationships/notesMaster" Target="/ppt/notesMasters/notesMaster1.xml" Id="R8da74b8396a649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e287b2cd6040bc" /><Relationship Type="http://schemas.openxmlformats.org/officeDocument/2006/relationships/notesMaster" Target="/ppt/notesMasters/notesMaster1.xml" Id="R6353b4dce6ef44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f2956ca9464743" /><Relationship Type="http://schemas.openxmlformats.org/officeDocument/2006/relationships/notesMaster" Target="/ppt/notesMasters/notesMaster1.xml" Id="R1fba219511ae44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e908d0c2374675" /><Relationship Type="http://schemas.openxmlformats.org/officeDocument/2006/relationships/notesMaster" Target="/ppt/notesMasters/notesMaster1.xml" Id="R9568e1ace8ce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df2c032dd94d44" /><Relationship Type="http://schemas.openxmlformats.org/officeDocument/2006/relationships/notesMaster" Target="/ppt/notesMasters/notesMaster1.xml" Id="Re8942b286ae542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89fcd7adc745de" /><Relationship Type="http://schemas.openxmlformats.org/officeDocument/2006/relationships/notesMaster" Target="/ppt/notesMasters/notesMaster1.xml" Id="Rec1e9c6a478d46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a88ff974a0447a" /><Relationship Type="http://schemas.openxmlformats.org/officeDocument/2006/relationships/notesMaster" Target="/ppt/notesMasters/notesMaster1.xml" Id="Re9f52ca1c14147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1aa0e92f4f433a" /><Relationship Type="http://schemas.openxmlformats.org/officeDocument/2006/relationships/notesMaster" Target="/ppt/notesMasters/notesMaster1.xml" Id="Ra1907af1c62344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5e3cde48064374" /><Relationship Type="http://schemas.openxmlformats.org/officeDocument/2006/relationships/notesMaster" Target="/ppt/notesMasters/notesMaster1.xml" Id="R9aacbe75cf514b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2e47a4aa9a4b9a" /><Relationship Type="http://schemas.openxmlformats.org/officeDocument/2006/relationships/notesMaster" Target="/ppt/notesMasters/notesMaster1.xml" Id="Rc4f1ed7a76b744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98b904e24c4a9e" /><Relationship Type="http://schemas.openxmlformats.org/officeDocument/2006/relationships/notesMaster" Target="/ppt/notesMasters/notesMaster1.xml" Id="R269e9d141cda45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ae32da39ce40df" /><Relationship Type="http://schemas.openxmlformats.org/officeDocument/2006/relationships/notesMaster" Target="/ppt/notesMasters/notesMaster1.xml" Id="Rf2cfc2fd8f5a4c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8923dd53dc4d81" /><Relationship Type="http://schemas.openxmlformats.org/officeDocument/2006/relationships/notesMaster" Target="/ppt/notesMasters/notesMaster1.xml" Id="R20b56729f88049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afbc14e39b4cc3" /><Relationship Type="http://schemas.openxmlformats.org/officeDocument/2006/relationships/notesMaster" Target="/ppt/notesMasters/notesMaster1.xml" Id="R5d581b1e80e642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固定初始相位并去除E_F公共相位。主波场采用512×512周期盒、初始概率RMS宽度10a。左侧局部图和右侧真实格点样本表现振幅波峰波谷，N改变盒长而不是晶格常数。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原理 PDF 与实际格点传播模拟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波场说明：τ=0，q₀=(0.7,0.7)，σ=10a。左图逐格显示振幅实部；右图每个圆点是一个实际格点，连线只帮助读图。沿 x 每个载波周期约9个格点，二维波峰沿对角方向排列。增大 N 扩大周期盒，并不改变格距或每个波长的采样数；波的可见度来自选取合适局部视窗并画出相位敏感振幅。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固定正交轨道a,b，各占据一个电子；只保留直接库仑交换。矩阵基底依次为↑↑、↑↓、↓↑、↓↓。反平行积态的对称与反对称组合给出D−K和D+K。矩阵匹配得到J=2K。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1–3 页，式 (2)、(3)、(11)、(14)、(20)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图中5×5只是局部交换晶格示意，中心额外标出单翻转。全极化基态所有自旋沿+x。单翻转空间在H作用下精确闭合。每条键计一次。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3–4 页，式 (22)、(25)、(26)、(29)　A01 局部示意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每条含翻转的键产生−Jij/2的相邻位置振幅。平面波移动一个格点只改变相位。正反方向指数相加为2cos，得到余弦色散。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4–5 页，式 (28)、(35)–(39)　本页沿用 ℏ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图为沿x轴的能量与群速度。空间各向异性使uy=eta sin qy，群速度一般不平行于q。单点激发包含整个能带，不能用单一箭头描述。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来源：色散 ε/Jₓ = 1−cos qₓ+η(1−cos qᵧ)，q = ka，η = Jᵧ/Jₓ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采用psi=e^{iE_Ft/hbar}c去掉共同基态相位，固定初始相位且不逐帧重定相位。Repsi是此约定下的概率振幅实部，不是固定单磁子数态的横向自旋期望。|psi|²是翻转概率。A0=max|psi(0)|,P0=A0²固定。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W01　512×512，初始 RMS 宽度 10a，q₀=(0.7,0)，τ=30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波场说明：N=512，σ=10a，q₀=(0.7,0)，η=1，τ=30。上方为同一复振幅的实部与模方；下方取 y=0 的实际格点截线。实部显出波峰和波谷，概率显示包络。A₀=max|ψ(0)|、P₀=A₀²；色标固定，未逐帧归一化。Reψ 依赖固定相位约定，不表示固定单磁子态的横向自旋期望。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单点在波矢空间中权重均匀，含整个能带。热图显示实际格点，无连续插值。实部可正可负而概率非负。Bessel传播核可独立验证单点演化。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W04　单点翻转，η = 1，τ = 24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波场说明：初态 ψₘₙ(0)=δₘ₀δₙ₀，η=1，N=512，τ=24。图示实际格点的振幅实部与翻转概率。两者直接使用原数值；指定色标范围为 Reψ∈[−0.06,0.06]、P∈[0,0.0036]，无归一化缩放。干涉结构是全布里渊区模式相干叠加的结果，不能用一个中心波矢的群速度解释全部细节。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Px为对y求和的边际概率。最大群速度给出主要前沿|x|/a约tau；尾部不严格为零。RMS_x/a=tau/sqrt2，RMS_y/a=eta*tau/sqrt2。原有256与512格点盒比较已验证。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来源：单点初态 B07、B09　左图 η=1，右图 η=1、0.3、0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这里sigma为物理位置概率的RMS宽度，初态振幅exp[-(x²+y²)/(4sigma²)] exp(ik0.r)。q0=k0a，主波场q0=(.7,0)，沿x周期2pi/.7约8.98a。N只改变盒长，不改变a。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来源：C02 图例中的宽度数值为 σ/a；新波场主要采用 σ=10a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仅在横坐标减去实际概率质心，没有逐帧旋转复相位。载波相位与包络运动是不同概念，质心位移从P计算。截线显示实际格点样本与包络。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W03　σ=10a，q₀=(0.7,0)，τ=0、30、60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波场说明：q₀=(0.7,0)，σ=10a，η=1；取 y=0 的真实格点数据，以 x−〈x〉作横坐标，并未空间插值或逐帧重定相位。蓝线为 Reψ/A₀，橙线为 ±|ψ|/A₀，灰虚线为初始正包络。共动坐标消去质心平移，但仍能看见载波相位变化及有限展宽。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GIF含61个真实演化时刻，固定色标与坐标。右侧质心轨迹来自新512格点模型保存的概率矩。平均速度.643412918，与sin(.7)=.644217687的差来自有限频宽。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W07　σ=10a，q₀=(0.7,0)，η=1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波场说明：N=512，q₀=(0.7,0)，σ=10a，η=1，τ=0…60。两图是同一复态，色标分别为固定 Reψ/A₀∈[−1,1]、P/P₀∈[0,1]。无逐帧归一化、无相位重置、无热图插值。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左图是原有sigma4a的共动边际，右图比较3a/6a/10a的相对RMS宽度。初始空间资源不同，应把结果解释为频宽规律，不是同资源性能排名。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来源：q₀=(0.7,0)，η=1　左：σ=4a；右：σ=3a、6a、10a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波矢的方向都是45度，但平均群速度方向分别45度和arctan(.3)=16.699度。深色箭头表示实际概率质心位移。Repsi只作波纹显示，不能把条纹法线直接当作各向异性下的群速度方向。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W05　σ=10a，q₀=(0.7,0.7)，τ=60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波场说明：两图均为 q₀=(0.7,0.7)、σ=10a、τ=60。仅改变 η=Jᵧ/Jₓ：左1，右0.3；箭头从初始中心指向此刻概率质心。同一固定振幅色标。各向异性改变 y 方向群速度，载波相位法线方向与群速度方向因此一般不重合。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两组初态相同，只有Jy改变。动画使用固定实部色标，未逐帧峰值归一化。y质心来自保存的概率分布，tau60分别38.6048a和11.5814a。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W08　η=1 与 0.3，σ=10a，q₀=(0.7,0.7)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波场说明：两侧均 q₀=(0.7,0.7)、σ=10a，分别 η=1 与0.3；τ=0…60。固定初始峰值 A₀，统一色标 Reψ/A₀∈[−1,1]。热图严格取实际格点值；未改变格距。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左图谱概率保持不变，右图扣去常数与线性平移相位后仍有高阶残差。无啁啾Gaussian的初始位置-速度协方差为零，方差律成立；一般初态还要加协方差项。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来源：C12：σ=4a 的相位示例　e=ε/Jₓ，τ=Jₓt/ℏ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普通中心(.7,.7)与(pi/2,pi/2)同初宽比较。F是与按各自平均速度平移的初态的复态重合模平方，含相对相位差。二阶曲率cos q=0仍留三阶色散，不能宣称永久保形。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来源：C13　两组初始 RMS 宽度均为 3a，η=1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左图是原有FFT与Bessel核比较。右表使用新增512波场的实际误差记录，N512到1024是相同a下的扩大盒检查。N增加不改变载波每波长格点数。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来源：左：B13 解析核对照　右：新增密集波场 checks.json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本报告仅建立均匀、零外场、无耗散、单磁子模型中的传播图像。真实材料参数、阻尼以及多磁子相互作用需要后续扩展。当前零曲率结论是有限时间效果。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来源：理论：原理 PDF 第 1–5 页　模拟：A/B/C 与 dense-wave 数据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422d338bd4d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854a3158a4e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6903e462e47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e83a6ef0042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236b689ad4b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f3cd326ed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E03F8-CD4F-4F0C-BBFF-EFD885F42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2E92-4DD5-4890-9BC6-C8C6673DC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5A7D41-1FE7-44AE-9636-7F8F257D8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8E269-E92C-4F50-A7C5-B1CA8E4E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E3FE72-83C2-49AA-84C6-C697E7E63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D5E28-65AF-4F57-B569-18CEE2A76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204B-35DD-4818-B99F-0CA4F694C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8BA3DD-F00C-4420-9B6A-779BD0695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4B4A-50D0-4C83-917F-F6505DDB4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F47B5-916D-4E91-A9FA-5CDE98842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03aa6cab7a48be" /><Relationship Type="http://schemas.openxmlformats.org/officeDocument/2006/relationships/slideLayout" Target="/ppt/slideLayouts/slideLayout1.xml" Id="R18950e8e31954e2b" /><Relationship Type="http://schemas.openxmlformats.org/officeDocument/2006/relationships/slideLayout" Target="/ppt/slideLayouts/slideLayout2.xml" Id="R076d0c17a3e64e7e" /><Relationship Type="http://schemas.openxmlformats.org/officeDocument/2006/relationships/slideLayout" Target="/ppt/slideLayouts/slideLayout3.xml" Id="Re544309e14ba449c" /><Relationship Type="http://schemas.openxmlformats.org/officeDocument/2006/relationships/slideLayout" Target="/ppt/slideLayouts/slideLayout4.xml" Id="R0ca20947ea8548d6" /><Relationship Type="http://schemas.openxmlformats.org/officeDocument/2006/relationships/slideLayout" Target="/ppt/slideLayouts/slideLayout5.xml" Id="Rcc089e250a9e4b0c" /><Relationship Type="http://schemas.openxmlformats.org/officeDocument/2006/relationships/slideLayout" Target="/ppt/slideLayouts/slideLayout6.xml" Id="R502af8fb16224c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50e8e31954e2b"/>
    <p:sldLayoutId xmlns:r="http://schemas.openxmlformats.org/officeDocument/2006/relationships" id="2147483650" r:id="R076d0c17a3e64e7e"/>
    <p:sldLayoutId xmlns:r="http://schemas.openxmlformats.org/officeDocument/2006/relationships" id="2147483651" r:id="Re544309e14ba449c"/>
    <p:sldLayoutId xmlns:r="http://schemas.openxmlformats.org/officeDocument/2006/relationships" id="2147483652" r:id="R0ca20947ea8548d6"/>
    <p:sldLayoutId xmlns:r="http://schemas.openxmlformats.org/officeDocument/2006/relationships" id="2147483653" r:id="Rcc089e250a9e4b0c"/>
    <p:sldLayoutId xmlns:r="http://schemas.openxmlformats.org/officeDocument/2006/relationships" id="2147483654" r:id="R502af8fb16224c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a0f4f899c4e35" /><Relationship Type="http://schemas.openxmlformats.org/officeDocument/2006/relationships/image" Target="/ppt/media/image.png" Id="Rca86241e920b4a52" /><Relationship Type="http://schemas.openxmlformats.org/officeDocument/2006/relationships/image" Target="/ppt/media/image2.png" Id="Rda1ad8e3a20b4e47" /><Relationship Type="http://schemas.openxmlformats.org/officeDocument/2006/relationships/notesSlide" Target="/ppt/notesSlides/notesSlide1.xml" Id="Rddaeaef7ab614c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f5655a8f14d9f" /><Relationship Type="http://schemas.openxmlformats.org/officeDocument/2006/relationships/image" Target="/ppt/media/image3.png" Id="R91878dba2e114791" /><Relationship Type="http://schemas.openxmlformats.org/officeDocument/2006/relationships/image" Target="/ppt/media/image4.png" Id="R98e6e8b63b604e31" /><Relationship Type="http://schemas.openxmlformats.org/officeDocument/2006/relationships/chart" Target="/ppt/slides/charts/chart1.xml" Id="R3342fc0fde4d4d3d" /><Relationship Type="http://schemas.openxmlformats.org/officeDocument/2006/relationships/image" Target="/ppt/media/image5.png" Id="R23f676a262a6448e" /><Relationship Type="http://schemas.openxmlformats.org/officeDocument/2006/relationships/notesSlide" Target="/ppt/notesSlides/notesSlide2.xml" Id="R8ebb708f06dc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4a1d56cd74049" /><Relationship Type="http://schemas.openxmlformats.org/officeDocument/2006/relationships/image" Target="/ppt/media/image6.png" Id="R232d4b69a05d498d" /><Relationship Type="http://schemas.openxmlformats.org/officeDocument/2006/relationships/image" Target="/ppt/media/image7.png" Id="R518dcfe7cc414eb6" /><Relationship Type="http://schemas.openxmlformats.org/officeDocument/2006/relationships/image" Target="/ppt/media/image8.png" Id="R8db43a9d12b44c37" /><Relationship Type="http://schemas.openxmlformats.org/officeDocument/2006/relationships/image" Target="/ppt/media/image9.png" Id="R0d49556cdc7b43c8" /><Relationship Type="http://schemas.openxmlformats.org/officeDocument/2006/relationships/image" Target="/ppt/media/image10.png" Id="Rdcc38242a6e04222" /><Relationship Type="http://schemas.openxmlformats.org/officeDocument/2006/relationships/notesSlide" Target="/ppt/notesSlides/notesSlide3.xml" Id="R43b04bd0eaf6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ee771160b40bd" /><Relationship Type="http://schemas.openxmlformats.org/officeDocument/2006/relationships/image" Target="/ppt/media/image11.png" Id="R7652286aa83d4b16" /><Relationship Type="http://schemas.openxmlformats.org/officeDocument/2006/relationships/image" Target="/ppt/media/image12.png" Id="R2cd5894a24dc4637" /><Relationship Type="http://schemas.openxmlformats.org/officeDocument/2006/relationships/image" Target="/ppt/media/image13.png" Id="R0bc8f9b7c5094173" /><Relationship Type="http://schemas.openxmlformats.org/officeDocument/2006/relationships/image" Target="/ppt/media/image14.png" Id="Rb597bf7758714e93" /><Relationship Type="http://schemas.openxmlformats.org/officeDocument/2006/relationships/notesSlide" Target="/ppt/notesSlides/notesSlide4.xml" Id="Rc0a451988d1349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a0ea4f38147d4" /><Relationship Type="http://schemas.openxmlformats.org/officeDocument/2006/relationships/image" Target="/ppt/media/image15.png" Id="R247e3784215e430b" /><Relationship Type="http://schemas.openxmlformats.org/officeDocument/2006/relationships/notesSlide" Target="/ppt/notesSlides/notesSlide5.xml" Id="Rbc038a7b3f4c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93c37dc764bd9" /><Relationship Type="http://schemas.openxmlformats.org/officeDocument/2006/relationships/image" Target="/ppt/media/image16.png" Id="R9e880f19602c4675" /><Relationship Type="http://schemas.openxmlformats.org/officeDocument/2006/relationships/notesSlide" Target="/ppt/notesSlides/notesSlide6.xml" Id="Rec4c7281775647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fd890c74f4c26" /><Relationship Type="http://schemas.openxmlformats.org/officeDocument/2006/relationships/image" Target="/ppt/media/image17.png" Id="R90830cced609425e" /><Relationship Type="http://schemas.openxmlformats.org/officeDocument/2006/relationships/notesSlide" Target="/ppt/notesSlides/notesSlide7.xml" Id="Rc5e5a3aef65541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315d7b0e3425d" /><Relationship Type="http://schemas.openxmlformats.org/officeDocument/2006/relationships/image" Target="/ppt/media/image18.png" Id="Rbccc111d7f0f4f83" /><Relationship Type="http://schemas.openxmlformats.org/officeDocument/2006/relationships/chart" Target="/ppt/slides/charts/chart2.xml" Id="R0935a8de54f84a56" /><Relationship Type="http://schemas.openxmlformats.org/officeDocument/2006/relationships/notesSlide" Target="/ppt/notesSlides/notesSlide8.xml" Id="R51d9f0ba583b49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7277385724c66" /><Relationship Type="http://schemas.openxmlformats.org/officeDocument/2006/relationships/image" Target="/ppt/media/image19.png" Id="R038405d330434f38" /><Relationship Type="http://schemas.openxmlformats.org/officeDocument/2006/relationships/notesSlide" Target="/ppt/notesSlides/notesSlide9.xml" Id="Rd43cdb53f6f344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c40f9325a40d4" /><Relationship Type="http://schemas.openxmlformats.org/officeDocument/2006/relationships/image" Target="/ppt/media/image20.png" Id="R5a3e6aad69b7405f" /><Relationship Type="http://schemas.openxmlformats.org/officeDocument/2006/relationships/notesSlide" Target="/ppt/notesSlides/notesSlide10.xml" Id="Rcfac3744b09148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b113d060e44675" /><Relationship Type="http://schemas.openxmlformats.org/officeDocument/2006/relationships/image" Target="/ppt/media/image.gif" Id="R8ff07ab4f3a644b0" /><Relationship Type="http://schemas.openxmlformats.org/officeDocument/2006/relationships/chart" Target="/ppt/slides/charts/chart3.xml" Id="R78cdaddf0c18415d" /><Relationship Type="http://schemas.openxmlformats.org/officeDocument/2006/relationships/notesSlide" Target="/ppt/notesSlides/notesSlide11.xml" Id="R79793cf2797d4d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52dd942c04e3a" /><Relationship Type="http://schemas.openxmlformats.org/officeDocument/2006/relationships/image" Target="/ppt/media/image21.png" Id="R6bcae0561a4f47c1" /><Relationship Type="http://schemas.openxmlformats.org/officeDocument/2006/relationships/chart" Target="/ppt/slides/charts/chart4.xml" Id="R4e910d2e170c4c63" /><Relationship Type="http://schemas.openxmlformats.org/officeDocument/2006/relationships/notesSlide" Target="/ppt/notesSlides/notesSlide12.xml" Id="Ra096ba13737144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877f239e7418e" /><Relationship Type="http://schemas.openxmlformats.org/officeDocument/2006/relationships/image" Target="/ppt/media/image22.png" Id="R3bbf0afb45df4476" /><Relationship Type="http://schemas.openxmlformats.org/officeDocument/2006/relationships/notesSlide" Target="/ppt/notesSlides/notesSlide13.xml" Id="R95fd52182ed641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35916bfd44ef2" /><Relationship Type="http://schemas.openxmlformats.org/officeDocument/2006/relationships/image" Target="/ppt/media/image2.gif" Id="R942c08554ab14300" /><Relationship Type="http://schemas.openxmlformats.org/officeDocument/2006/relationships/chart" Target="/ppt/slides/charts/chart5.xml" Id="Ra17f13348c1d4da6" /><Relationship Type="http://schemas.openxmlformats.org/officeDocument/2006/relationships/notesSlide" Target="/ppt/notesSlides/notesSlide14.xml" Id="R5eceb0757b5747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54e3adb4545b9" /><Relationship Type="http://schemas.openxmlformats.org/officeDocument/2006/relationships/image" Target="/ppt/media/image23.png" Id="R7afff13294d34302" /><Relationship Type="http://schemas.openxmlformats.org/officeDocument/2006/relationships/notesSlide" Target="/ppt/notesSlides/notesSlide15.xml" Id="R35afccce18374b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30e928b4fe4765" /><Relationship Type="http://schemas.openxmlformats.org/officeDocument/2006/relationships/chart" Target="/ppt/slides/charts/chart6.xml" Id="Rc66eae2813334a95" /><Relationship Type="http://schemas.openxmlformats.org/officeDocument/2006/relationships/chart" Target="/ppt/slides/charts/chart7.xml" Id="R6f2f9d933cb64549" /><Relationship Type="http://schemas.openxmlformats.org/officeDocument/2006/relationships/notesSlide" Target="/ppt/notesSlides/notesSlide16.xml" Id="R6f5b2af20ef349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83d22baf84791" /><Relationship Type="http://schemas.openxmlformats.org/officeDocument/2006/relationships/image" Target="/ppt/media/image24.png" Id="Rbbacffa1e92445be" /><Relationship Type="http://schemas.openxmlformats.org/officeDocument/2006/relationships/notesSlide" Target="/ppt/notesSlides/notesSlide17.xml" Id="R4bf1b3fec88e4a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481d60c9a4810" /><Relationship Type="http://schemas.openxmlformats.org/officeDocument/2006/relationships/notesSlide" Target="/ppt/notesSlides/notesSlide18.xml" Id="Rf8035aa7390c446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交换引起的能级分裂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三重态</c:v>
          </c:tx>
          <c:spPr>
            <a:ln xmlns:a="http://schemas.openxmlformats.org/drawingml/2006/main" w="4762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</c:v>
              </c:pt>
              <c:pt idx="1">
                <c:v>0.45</c:v>
              </c:pt>
            </c:numLit>
          </c:xVal>
          <c:yVal>
            <c:numLit>
              <c:formatCode>0.0</c:formatCode>
              <c:ptCount val="2"/>
              <c:pt idx="0">
                <c:v>-1</c:v>
              </c:pt>
              <c:pt idx="1">
                <c:v>-1</c:v>
              </c:pt>
            </c:numLit>
          </c:yVal>
        </c:ser>
        <c:ser>
          <c:idx val="1"/>
          <c:order val="1"/>
          <c:tx>
            <c:v>单重态</c:v>
          </c:tx>
          <c:spPr>
            <a:ln xmlns:a="http://schemas.openxmlformats.org/drawingml/2006/main" w="4762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0.55</c:v>
              </c:pt>
              <c:pt idx="1">
                <c:v>0.95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(E − D)/K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.5"/>
        <c:majorUnit val="0.5"/>
      </c:valAx>
      <c:valAx>
        <c:axId val="48650112"/>
        <c:scaling>
          <c:orientation val="minMax"/>
          <c:max val="1"/>
          <c:min val="0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0.3535533905932738</c:v>
              </c:pt>
              <c:pt idx="2">
                <c:v>0.7071067811865476</c:v>
              </c:pt>
              <c:pt idx="3">
                <c:v>1.0606601717798212</c:v>
              </c:pt>
              <c:pt idx="4">
                <c:v>1.4142135623730951</c:v>
              </c:pt>
              <c:pt idx="5">
                <c:v>1.7677669529663689</c:v>
              </c:pt>
              <c:pt idx="6">
                <c:v>2.1213203435596424</c:v>
              </c:pt>
              <c:pt idx="7">
                <c:v>2.4748737341529163</c:v>
              </c:pt>
              <c:pt idx="8">
                <c:v>2.8284271247461903</c:v>
              </c:pt>
              <c:pt idx="9">
                <c:v>3.181980515339464</c:v>
              </c:pt>
              <c:pt idx="10">
                <c:v>3.5355339059327378</c:v>
              </c:pt>
              <c:pt idx="11">
                <c:v>3.8890872965260113</c:v>
              </c:pt>
              <c:pt idx="12">
                <c:v>4.242640687119285</c:v>
              </c:pt>
              <c:pt idx="13">
                <c:v>4.596194077712559</c:v>
              </c:pt>
              <c:pt idx="14">
                <c:v>4.949747468305833</c:v>
              </c:pt>
              <c:pt idx="15">
                <c:v>5.303300858899106</c:v>
              </c:pt>
              <c:pt idx="16">
                <c:v>5.656854249492381</c:v>
              </c:pt>
              <c:pt idx="17">
                <c:v>6.010407640085654</c:v>
              </c:pt>
              <c:pt idx="18">
                <c:v>6.363961030678928</c:v>
              </c:pt>
              <c:pt idx="19">
                <c:v>6.7175144212722016</c:v>
              </c:pt>
              <c:pt idx="20">
                <c:v>7.0710678118654755</c:v>
              </c:pt>
              <c:pt idx="21">
                <c:v>7.424621202458749</c:v>
              </c:pt>
              <c:pt idx="22">
                <c:v>7.7781745930520225</c:v>
              </c:pt>
              <c:pt idx="23">
                <c:v>8.131727983645296</c:v>
              </c:pt>
              <c:pt idx="24">
                <c:v>8.48528137423857</c:v>
              </c:pt>
              <c:pt idx="25">
                <c:v>8.838834764831843</c:v>
              </c:pt>
              <c:pt idx="26">
                <c:v>9.192388155425117</c:v>
              </c:pt>
              <c:pt idx="27">
                <c:v>9.54594154601839</c:v>
              </c:pt>
              <c:pt idx="28">
                <c:v>9.899494936611664</c:v>
              </c:pt>
              <c:pt idx="29">
                <c:v>10.253048327204938</c:v>
              </c:pt>
              <c:pt idx="30">
                <c:v>10.606601717798213</c:v>
              </c:pt>
              <c:pt idx="31">
                <c:v>10.960155108391486</c:v>
              </c:pt>
              <c:pt idx="32">
                <c:v>11.313708498984761</c:v>
              </c:pt>
              <c:pt idx="33">
                <c:v>11.667261889578034</c:v>
              </c:pt>
              <c:pt idx="34">
                <c:v>12.020815280171307</c:v>
              </c:pt>
              <c:pt idx="35">
                <c:v>12.374368670764582</c:v>
              </c:pt>
              <c:pt idx="36">
                <c:v>12.727922061357855</c:v>
              </c:pt>
              <c:pt idx="37">
                <c:v>13.08147545195113</c:v>
              </c:pt>
              <c:pt idx="38">
                <c:v>13.435028842544403</c:v>
              </c:pt>
              <c:pt idx="39">
                <c:v>13.788582233137676</c:v>
              </c:pt>
              <c:pt idx="40">
                <c:v>14.142135623730951</c:v>
              </c:pt>
              <c:pt idx="41">
                <c:v>14.495689014324224</c:v>
              </c:pt>
              <c:pt idx="42">
                <c:v>14.849242404917497</c:v>
              </c:pt>
              <c:pt idx="43">
                <c:v>15.202795795510774</c:v>
              </c:pt>
              <c:pt idx="44">
                <c:v>15.556349186104047</c:v>
              </c:pt>
              <c:pt idx="45">
                <c:v>15.909902576697322</c:v>
              </c:pt>
              <c:pt idx="46">
                <c:v>16.263455967290593</c:v>
              </c:pt>
              <c:pt idx="47">
                <c:v>16.617009357883866</c:v>
              </c:pt>
              <c:pt idx="48">
                <c:v>16.970562748477143</c:v>
              </c:pt>
              <c:pt idx="49">
                <c:v>17.324116139070416</c:v>
              </c:pt>
              <c:pt idx="50">
                <c:v>17.67766952966369</c:v>
              </c:pt>
              <c:pt idx="51">
                <c:v>18.031222920256962</c:v>
              </c:pt>
              <c:pt idx="52">
                <c:v>18.38477631085024</c:v>
              </c:pt>
              <c:pt idx="53">
                <c:v>18.73832970144351</c:v>
              </c:pt>
              <c:pt idx="54">
                <c:v>19.091883092036785</c:v>
              </c:pt>
              <c:pt idx="55">
                <c:v>19.445436482630058</c:v>
              </c:pt>
              <c:pt idx="56">
                <c:v>19.79898987322333</c:v>
              </c:pt>
              <c:pt idx="57">
                <c:v>20.1525432638166</c:v>
              </c:pt>
              <c:pt idx="58">
                <c:v>20.506096654409877</c:v>
              </c:pt>
              <c:pt idx="59">
                <c:v>20.859650045003153</c:v>
              </c:pt>
              <c:pt idx="60">
                <c:v>21.213203435596427</c:v>
              </c:pt>
              <c:pt idx="61">
                <c:v>21.566756826189696</c:v>
              </c:pt>
              <c:pt idx="62">
                <c:v>21.92031021678297</c:v>
              </c:pt>
              <c:pt idx="63">
                <c:v>22.273863607376246</c:v>
              </c:pt>
              <c:pt idx="64">
                <c:v>22.627416997969522</c:v>
              </c:pt>
              <c:pt idx="65">
                <c:v>22.980970388562795</c:v>
              </c:pt>
              <c:pt idx="66">
                <c:v>23.334523779156065</c:v>
              </c:pt>
              <c:pt idx="67">
                <c:v>23.688077169749338</c:v>
              </c:pt>
              <c:pt idx="68">
                <c:v>24.041630560342615</c:v>
              </c:pt>
              <c:pt idx="69">
                <c:v>24.39518395093589</c:v>
              </c:pt>
              <c:pt idx="70">
                <c:v>24.748737341529164</c:v>
              </c:pt>
              <c:pt idx="71">
                <c:v>25.102290732122437</c:v>
              </c:pt>
              <c:pt idx="72">
                <c:v>25.45584412271571</c:v>
              </c:pt>
              <c:pt idx="73">
                <c:v>25.809397513308983</c:v>
              </c:pt>
              <c:pt idx="74">
                <c:v>26.162950903902257</c:v>
              </c:pt>
              <c:pt idx="75">
                <c:v>26.516504294495533</c:v>
              </c:pt>
              <c:pt idx="76">
                <c:v>26.870057685088806</c:v>
              </c:pt>
              <c:pt idx="77">
                <c:v>27.22361107568208</c:v>
              </c:pt>
              <c:pt idx="78">
                <c:v>27.577164466275352</c:v>
              </c:pt>
              <c:pt idx="79">
                <c:v>27.930717856868622</c:v>
              </c:pt>
              <c:pt idx="80">
                <c:v>28.2842712474619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0.10606601717798214</c:v>
              </c:pt>
              <c:pt idx="2">
                <c:v>0.21213203435596428</c:v>
              </c:pt>
              <c:pt idx="3">
                <c:v>0.31819805153394637</c:v>
              </c:pt>
              <c:pt idx="4">
                <c:v>0.42426406871192845</c:v>
              </c:pt>
              <c:pt idx="5">
                <c:v>0.5303300858899105</c:v>
              </c:pt>
              <c:pt idx="6">
                <c:v>0.6363961030678927</c:v>
              </c:pt>
              <c:pt idx="7">
                <c:v>0.742462120245875</c:v>
              </c:pt>
              <c:pt idx="8">
                <c:v>0.848528137423857</c:v>
              </c:pt>
              <c:pt idx="9">
                <c:v>0.954594154601839</c:v>
              </c:pt>
              <c:pt idx="10">
                <c:v>1.0606601717798212</c:v>
              </c:pt>
              <c:pt idx="11">
                <c:v>1.1667261889578031</c:v>
              </c:pt>
              <c:pt idx="12">
                <c:v>1.2727922061357855</c:v>
              </c:pt>
              <c:pt idx="13">
                <c:v>1.3788582233137674</c:v>
              </c:pt>
              <c:pt idx="14">
                <c:v>1.4849242404917498</c:v>
              </c:pt>
              <c:pt idx="15">
                <c:v>1.590990257669732</c:v>
              </c:pt>
              <c:pt idx="16">
                <c:v>1.697056274847714</c:v>
              </c:pt>
              <c:pt idx="17">
                <c:v>1.8031222920256962</c:v>
              </c:pt>
              <c:pt idx="18">
                <c:v>1.9091883092036785</c:v>
              </c:pt>
              <c:pt idx="19">
                <c:v>2.0152543263816605</c:v>
              </c:pt>
              <c:pt idx="20">
                <c:v>2.121320343559643</c:v>
              </c:pt>
              <c:pt idx="21">
                <c:v>2.2273863607376247</c:v>
              </c:pt>
              <c:pt idx="22">
                <c:v>2.333452377915607</c:v>
              </c:pt>
              <c:pt idx="23">
                <c:v>2.439518395093589</c:v>
              </c:pt>
              <c:pt idx="24">
                <c:v>2.545584412271571</c:v>
              </c:pt>
              <c:pt idx="25">
                <c:v>2.651650429449553</c:v>
              </c:pt>
              <c:pt idx="26">
                <c:v>2.7577164466275352</c:v>
              </c:pt>
              <c:pt idx="27">
                <c:v>2.8637824638055176</c:v>
              </c:pt>
              <c:pt idx="28">
                <c:v>2.9698484809834995</c:v>
              </c:pt>
              <c:pt idx="29">
                <c:v>3.0759144981614814</c:v>
              </c:pt>
              <c:pt idx="30">
                <c:v>3.181980515339464</c:v>
              </c:pt>
              <c:pt idx="31">
                <c:v>3.2880465325174457</c:v>
              </c:pt>
              <c:pt idx="32">
                <c:v>3.394112549695428</c:v>
              </c:pt>
              <c:pt idx="33">
                <c:v>3.50017856687341</c:v>
              </c:pt>
              <c:pt idx="34">
                <c:v>3.6062445840513924</c:v>
              </c:pt>
              <c:pt idx="35">
                <c:v>3.7123106012293743</c:v>
              </c:pt>
              <c:pt idx="36">
                <c:v>3.818376618407356</c:v>
              </c:pt>
              <c:pt idx="37">
                <c:v>3.924442635585339</c:v>
              </c:pt>
              <c:pt idx="38">
                <c:v>4.030508652763321</c:v>
              </c:pt>
              <c:pt idx="39">
                <c:v>4.136574669941303</c:v>
              </c:pt>
              <c:pt idx="40">
                <c:v>4.242640687119285</c:v>
              </c:pt>
              <c:pt idx="41">
                <c:v>4.348706704297268</c:v>
              </c:pt>
              <c:pt idx="42">
                <c:v>4.4547727214752495</c:v>
              </c:pt>
              <c:pt idx="43">
                <c:v>4.5608387386532305</c:v>
              </c:pt>
              <c:pt idx="44">
                <c:v>4.666904755831214</c:v>
              </c:pt>
              <c:pt idx="45">
                <c:v>4.772970773009196</c:v>
              </c:pt>
              <c:pt idx="46">
                <c:v>4.879036790187177</c:v>
              </c:pt>
              <c:pt idx="47">
                <c:v>4.98510280736516</c:v>
              </c:pt>
              <c:pt idx="48">
                <c:v>5.091168824543142</c:v>
              </c:pt>
              <c:pt idx="49">
                <c:v>5.197234841721124</c:v>
              </c:pt>
              <c:pt idx="50">
                <c:v>5.303300858899106</c:v>
              </c:pt>
              <c:pt idx="51">
                <c:v>5.409366876077088</c:v>
              </c:pt>
              <c:pt idx="52">
                <c:v>5.5154328932550705</c:v>
              </c:pt>
              <c:pt idx="53">
                <c:v>5.621498910433052</c:v>
              </c:pt>
              <c:pt idx="54">
                <c:v>5.727564927611035</c:v>
              </c:pt>
              <c:pt idx="55">
                <c:v>5.833630944789016</c:v>
              </c:pt>
              <c:pt idx="56">
                <c:v>5.939696961966999</c:v>
              </c:pt>
              <c:pt idx="57">
                <c:v>6.04576297914498</c:v>
              </c:pt>
              <c:pt idx="58">
                <c:v>6.151828996322964</c:v>
              </c:pt>
              <c:pt idx="59">
                <c:v>6.257895013500945</c:v>
              </c:pt>
              <c:pt idx="60">
                <c:v>6.363961030678928</c:v>
              </c:pt>
              <c:pt idx="61">
                <c:v>6.4700270478569095</c:v>
              </c:pt>
              <c:pt idx="62">
                <c:v>6.576093065034891</c:v>
              </c:pt>
              <c:pt idx="63">
                <c:v>6.6821590822128725</c:v>
              </c:pt>
              <c:pt idx="64">
                <c:v>6.788225099390856</c:v>
              </c:pt>
              <c:pt idx="65">
                <c:v>6.894291116568839</c:v>
              </c:pt>
              <c:pt idx="66">
                <c:v>7.00035713374682</c:v>
              </c:pt>
              <c:pt idx="67">
                <c:v>7.106423150924802</c:v>
              </c:pt>
              <c:pt idx="68">
                <c:v>7.212489168102784</c:v>
              </c:pt>
              <c:pt idx="69">
                <c:v>7.318555185280766</c:v>
              </c:pt>
              <c:pt idx="70">
                <c:v>7.424621202458749</c:v>
              </c:pt>
              <c:pt idx="71">
                <c:v>7.530687219636731</c:v>
              </c:pt>
              <c:pt idx="72">
                <c:v>7.6367532368147115</c:v>
              </c:pt>
              <c:pt idx="73">
                <c:v>7.742819253992695</c:v>
              </c:pt>
              <c:pt idx="74">
                <c:v>7.848885271170678</c:v>
              </c:pt>
              <c:pt idx="75">
                <c:v>7.95495128834866</c:v>
              </c:pt>
              <c:pt idx="76">
                <c:v>8.061017305526642</c:v>
              </c:pt>
              <c:pt idx="77">
                <c:v>8.167083322704624</c:v>
              </c:pt>
              <c:pt idx="78">
                <c:v>8.273149339882606</c:v>
              </c:pt>
              <c:pt idx="79">
                <c:v>8.37921535706059</c:v>
              </c:pt>
              <c:pt idx="80">
                <c:v>8.48528137423857</c:v>
              </c:pt>
            </c:numLit>
          </c:yVal>
        </c:ser>
        <c:ser>
          <c:idx val="2"/>
          <c:order val="2"/>
          <c:tx>
            <c:v>η = 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概率质心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10a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-4.0291987632698377E-16</c:v>
              </c:pt>
              <c:pt idx="1">
                <c:v>0.6434129182140708</c:v>
              </c:pt>
              <c:pt idx="2">
                <c:v>1.286825836428141</c:v>
              </c:pt>
              <c:pt idx="3">
                <c:v>1.9302387546422124</c:v>
              </c:pt>
              <c:pt idx="4">
                <c:v>2.5736516728562835</c:v>
              </c:pt>
              <c:pt idx="5">
                <c:v>3.2170645910703546</c:v>
              </c:pt>
              <c:pt idx="6">
                <c:v>3.860477509284426</c:v>
              </c:pt>
              <c:pt idx="7">
                <c:v>4.503890427498497</c:v>
              </c:pt>
              <c:pt idx="8">
                <c:v>5.147303345712569</c:v>
              </c:pt>
              <c:pt idx="9">
                <c:v>5.7907162639266385</c:v>
              </c:pt>
              <c:pt idx="10">
                <c:v>6.434129182140708</c:v>
              </c:pt>
              <c:pt idx="11">
                <c:v>7.077542100354782</c:v>
              </c:pt>
              <c:pt idx="12">
                <c:v>7.720955018568853</c:v>
              </c:pt>
              <c:pt idx="13">
                <c:v>8.364367936782921</c:v>
              </c:pt>
              <c:pt idx="14">
                <c:v>9.007780854996994</c:v>
              </c:pt>
              <c:pt idx="15">
                <c:v>9.651193773211062</c:v>
              </c:pt>
              <c:pt idx="16">
                <c:v>10.294606691425136</c:v>
              </c:pt>
              <c:pt idx="17">
                <c:v>10.938019609639205</c:v>
              </c:pt>
              <c:pt idx="18">
                <c:v>11.58143252785328</c:v>
              </c:pt>
              <c:pt idx="19">
                <c:v>12.22484544606735</c:v>
              </c:pt>
              <c:pt idx="20">
                <c:v>12.868258364281422</c:v>
              </c:pt>
              <c:pt idx="21">
                <c:v>13.511671282495493</c:v>
              </c:pt>
              <c:pt idx="22">
                <c:v>14.155084200709565</c:v>
              </c:pt>
              <c:pt idx="23">
                <c:v>14.798497118923631</c:v>
              </c:pt>
              <c:pt idx="24">
                <c:v>15.441910037137701</c:v>
              </c:pt>
              <c:pt idx="25">
                <c:v>16.085322955351774</c:v>
              </c:pt>
              <c:pt idx="26">
                <c:v>16.728735873565842</c:v>
              </c:pt>
              <c:pt idx="27">
                <c:v>17.372148791779914</c:v>
              </c:pt>
              <c:pt idx="28">
                <c:v>18.01556170999399</c:v>
              </c:pt>
              <c:pt idx="29">
                <c:v>18.65897462820806</c:v>
              </c:pt>
              <c:pt idx="30">
                <c:v>19.30238754642213</c:v>
              </c:pt>
              <c:pt idx="31">
                <c:v>19.9458004646362</c:v>
              </c:pt>
              <c:pt idx="32">
                <c:v>20.589213382850268</c:v>
              </c:pt>
              <c:pt idx="33">
                <c:v>21.232626301064347</c:v>
              </c:pt>
              <c:pt idx="34">
                <c:v>21.87603921927841</c:v>
              </c:pt>
              <c:pt idx="35">
                <c:v>22.519452137492486</c:v>
              </c:pt>
              <c:pt idx="36">
                <c:v>23.162865055706558</c:v>
              </c:pt>
              <c:pt idx="37">
                <c:v>23.80627797392063</c:v>
              </c:pt>
              <c:pt idx="38">
                <c:v>24.449690892134694</c:v>
              </c:pt>
              <c:pt idx="39">
                <c:v>25.09310381034877</c:v>
              </c:pt>
              <c:pt idx="40">
                <c:v>25.736516728562837</c:v>
              </c:pt>
              <c:pt idx="41">
                <c:v>26.37992964677691</c:v>
              </c:pt>
              <c:pt idx="42">
                <c:v>27.02334256499098</c:v>
              </c:pt>
              <c:pt idx="43">
                <c:v>27.66675548320505</c:v>
              </c:pt>
              <c:pt idx="44">
                <c:v>28.310168401419123</c:v>
              </c:pt>
              <c:pt idx="45">
                <c:v>28.953581319633194</c:v>
              </c:pt>
              <c:pt idx="46">
                <c:v>29.596994237847262</c:v>
              </c:pt>
              <c:pt idx="47">
                <c:v>30.240407156061345</c:v>
              </c:pt>
              <c:pt idx="48">
                <c:v>30.883820074275405</c:v>
              </c:pt>
              <c:pt idx="49">
                <c:v>31.527232992489477</c:v>
              </c:pt>
              <c:pt idx="50">
                <c:v>32.17064591070355</c:v>
              </c:pt>
              <c:pt idx="51">
                <c:v>32.81405882891763</c:v>
              </c:pt>
              <c:pt idx="52">
                <c:v>33.457471747131684</c:v>
              </c:pt>
              <c:pt idx="53">
                <c:v>34.10088466534577</c:v>
              </c:pt>
              <c:pt idx="54">
                <c:v>34.744297583559835</c:v>
              </c:pt>
              <c:pt idx="55">
                <c:v>35.3877105017739</c:v>
              </c:pt>
              <c:pt idx="56">
                <c:v>36.03112341998798</c:v>
              </c:pt>
              <c:pt idx="57">
                <c:v>36.674536338202046</c:v>
              </c:pt>
              <c:pt idx="58">
                <c:v>37.31794925641612</c:v>
              </c:pt>
              <c:pt idx="59">
                <c:v>37.96136217463018</c:v>
              </c:pt>
              <c:pt idx="60">
                <c:v>38.604775092844264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〈x〉/a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σ=3a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1.0035408754119461</c:v>
              </c:pt>
              <c:pt idx="2">
                <c:v>1.0140893227375487</c:v>
              </c:pt>
              <c:pt idx="3">
                <c:v>1.031430364883241</c:v>
              </c:pt>
              <c:pt idx="4">
                <c:v>1.0552291779330216</c:v>
              </c:pt>
              <c:pt idx="5">
                <c:v>1.0850609271208584</c:v>
              </c:pt>
              <c:pt idx="6">
                <c:v>1.1204438363491065</c:v>
              </c:pt>
              <c:pt idx="7">
                <c:v>1.160870424511788</c:v>
              </c:pt>
              <c:pt idx="8">
                <c:v>1.2058335174661574</c:v>
              </c:pt>
              <c:pt idx="9">
                <c:v>1.2548455595923278</c:v>
              </c:pt>
              <c:pt idx="10">
                <c:v>1.3074512848506092</c:v>
              </c:pt>
              <c:pt idx="11">
                <c:v>1.3632347278922972</c:v>
              </c:pt>
              <c:pt idx="12">
                <c:v>1.4218219162928996</c:v>
              </c:pt>
              <c:pt idx="13">
                <c:v>1.4828805674143786</c:v>
              </c:pt>
              <c:pt idx="14">
                <c:v>1.5461179030153935</c:v>
              </c:pt>
              <c:pt idx="15">
                <c:v>1.6112774249270032</c:v>
              </c:pt>
              <c:pt idx="16">
                <c:v>1.6781352410873274</c:v>
              </c:pt>
              <c:pt idx="17">
                <c:v>1.7464963246237308</c:v>
              </c:pt>
              <c:pt idx="18">
                <c:v>1.8161909353683958</c:v>
              </c:pt>
              <c:pt idx="19">
                <c:v>1.8870713268844943</c:v>
              </c:pt>
              <c:pt idx="20">
                <c:v>1.9590087924841058</c:v>
              </c:pt>
              <c:pt idx="21">
                <c:v>2.0318910607007483</c:v>
              </c:pt>
              <c:pt idx="22">
                <c:v>2.1056200258656212</c:v>
              </c:pt>
              <c:pt idx="23">
                <c:v>2.180109786534206</c:v>
              </c:pt>
              <c:pt idx="24">
                <c:v>2.2552849590690864</c:v>
              </c:pt>
              <c:pt idx="25">
                <c:v>2.331079232696613</c:v>
              </c:pt>
              <c:pt idx="26">
                <c:v>2.4074341338571985</c:v>
              </c:pt>
              <c:pt idx="27">
                <c:v>2.4842979704248918</c:v>
              </c:pt>
              <c:pt idx="28">
                <c:v>2.561624929629408</c:v>
              </c:pt>
              <c:pt idx="29">
                <c:v>2.6393743068359306</c:v>
              </c:pt>
              <c:pt idx="30">
                <c:v>2.7175098454867794</c:v>
              </c:pt>
            </c:numLit>
          </c:yVal>
        </c:ser>
        <c:ser>
          <c:idx val="1"/>
          <c:order val="1"/>
          <c:tx>
            <c:v>σ=6a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1.000224654931089</c:v>
              </c:pt>
              <c:pt idx="2">
                <c:v>1.000898317177157</c:v>
              </c:pt>
              <c:pt idx="3">
                <c:v>1.0020200811301871</c:v>
              </c:pt>
              <c:pt idx="4">
                <c:v>1.0035884441902772</c:v>
              </c:pt>
              <c:pt idx="5">
                <c:v>1.0056013167753945</c:v>
              </c:pt>
              <c:pt idx="6">
                <c:v>1.0080560361173319</c:v>
              </c:pt>
              <c:pt idx="7">
                <c:v>1.0109493836334236</c:v>
              </c:pt>
              <c:pt idx="8">
                <c:v>1.0142776056134948</c:v>
              </c:pt>
              <c:pt idx="9">
                <c:v>1.0180364369183066</c:v>
              </c:pt>
              <c:pt idx="10">
                <c:v>1.0222211273504531</c:v>
              </c:pt>
              <c:pt idx="11">
                <c:v>1.0268264703317567</c:v>
              </c:pt>
              <c:pt idx="12">
                <c:v>1.031846833503088</c:v>
              </c:pt>
              <c:pt idx="13">
                <c:v>1.0372761908531194</c:v>
              </c:pt>
              <c:pt idx="14">
                <c:v>1.0431081559815345</c:v>
              </c:pt>
              <c:pt idx="15">
                <c:v>1.0493360161090777</c:v>
              </c:pt>
              <c:pt idx="16">
                <c:v>1.0559527664607806</c:v>
              </c:pt>
              <c:pt idx="17">
                <c:v>1.062951144668801</c:v>
              </c:pt>
              <c:pt idx="18">
                <c:v>1.0703236648665138</c:v>
              </c:pt>
              <c:pt idx="19">
                <c:v>1.0780626511747307</c:v>
              </c:pt>
              <c:pt idx="20">
                <c:v>1.0861602703130533</c:v>
              </c:pt>
              <c:pt idx="21">
                <c:v>1.0946085631033562</c:v>
              </c:pt>
              <c:pt idx="22">
                <c:v>1.103399474667219</c:v>
              </c:pt>
              <c:pt idx="23">
                <c:v>1.1125248831539138</c:v>
              </c:pt>
              <c:pt idx="24">
                <c:v>1.1219766268694713</c:v>
              </c:pt>
              <c:pt idx="25">
                <c:v>1.1317465297098088</c:v>
              </c:pt>
              <c:pt idx="26">
                <c:v>1.1418264248312997</c:v>
              </c:pt>
              <c:pt idx="27">
                <c:v>1.1522081765201513</c:v>
              </c:pt>
              <c:pt idx="28">
                <c:v>1.1628837002472732</c:v>
              </c:pt>
              <c:pt idx="29">
                <c:v>1.1738449809177187</c:v>
              </c:pt>
              <c:pt idx="30">
                <c:v>1.1850840893433185</c:v>
              </c:pt>
            </c:numLit>
          </c:yVal>
        </c:ser>
        <c:ser>
          <c:idx val="2"/>
          <c:order val="2"/>
          <c:tx>
            <c:v>σ=10a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1.000029201624753</c:v>
              </c:pt>
              <c:pt idx="2">
                <c:v>1.0001168013832</c:v>
              </c:pt>
              <c:pt idx="3">
                <c:v>1.000262783932386</c:v>
              </c:pt>
              <c:pt idx="4">
                <c:v>1.0004671237156435</c:v>
              </c:pt>
              <c:pt idx="5">
                <c:v>1.000729784984948</c:v>
              </c:pt>
              <c:pt idx="6">
                <c:v>1.0010507218321503</c:v>
              </c:pt>
              <c:pt idx="7">
                <c:v>1.0014298782290247</c:v>
              </c:pt>
              <c:pt idx="8">
                <c:v>1.00186718807605</c:v>
              </c:pt>
              <c:pt idx="9">
                <c:v>1.002362575259823</c:v>
              </c:pt>
              <c:pt idx="10">
                <c:v>1.0029159537189942</c:v>
              </c:pt>
              <c:pt idx="11">
                <c:v>1.0035272275185845</c:v>
              </c:pt>
              <c:pt idx="12">
                <c:v>1.0041962909325421</c:v>
              </c:pt>
              <c:pt idx="13">
                <c:v>1.0049230285343724</c:v>
              </c:pt>
              <c:pt idx="14">
                <c:v>1.0057073152956562</c:v>
              </c:pt>
              <c:pt idx="15">
                <c:v>1.006549016692272</c:v>
              </c:pt>
              <c:pt idx="16">
                <c:v>1.007447988818105</c:v>
              </c:pt>
              <c:pt idx="17">
                <c:v>1.0084040785060275</c:v>
              </c:pt>
              <c:pt idx="18">
                <c:v>1.0094171234559173</c:v>
              </c:pt>
              <c:pt idx="19">
                <c:v>1.010486952369464</c:v>
              </c:pt>
              <c:pt idx="20">
                <c:v>1.0116133850915174</c:v>
              </c:pt>
              <c:pt idx="21">
                <c:v>1.0127962327577014</c:v>
              </c:pt>
              <c:pt idx="22">
                <c:v>1.014035297948028</c:v>
              </c:pt>
              <c:pt idx="23">
                <c:v>1.015330374846228</c:v>
              </c:pt>
              <c:pt idx="24">
                <c:v>1.016681249404502</c:v>
              </c:pt>
              <c:pt idx="25">
                <c:v>1.0180876995134056</c:v>
              </c:pt>
              <c:pt idx="26">
                <c:v>1.0195494951765602</c:v>
              </c:pt>
              <c:pt idx="27">
                <c:v>1.0210663986898898</c:v>
              </c:pt>
              <c:pt idx="28">
                <c:v>1.022638164825069</c:v>
              </c:pt>
              <c:pt idx="29">
                <c:v>1.0242645410168758</c:v>
              </c:pt>
              <c:pt idx="30">
                <c:v>1.0259452675541316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σₓ(τ)/σₓ(0)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1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方向的概率质心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0</c:v>
              </c:pt>
              <c:pt idx="1">
                <c:v>0.6434129182140688</c:v>
              </c:pt>
              <c:pt idx="2">
                <c:v>1.2868258364281424</c:v>
              </c:pt>
              <c:pt idx="3">
                <c:v>1.930238754642212</c:v>
              </c:pt>
              <c:pt idx="4">
                <c:v>2.5736516728562826</c:v>
              </c:pt>
              <c:pt idx="5">
                <c:v>3.217064591070355</c:v>
              </c:pt>
              <c:pt idx="6">
                <c:v>3.860477509284424</c:v>
              </c:pt>
              <c:pt idx="7">
                <c:v>4.503890427498495</c:v>
              </c:pt>
              <c:pt idx="8">
                <c:v>5.147303345712568</c:v>
              </c:pt>
              <c:pt idx="9">
                <c:v>5.7907162639266385</c:v>
              </c:pt>
              <c:pt idx="10">
                <c:v>6.434129182140708</c:v>
              </c:pt>
              <c:pt idx="11">
                <c:v>7.077542100354781</c:v>
              </c:pt>
              <c:pt idx="12">
                <c:v>7.720955018568851</c:v>
              </c:pt>
              <c:pt idx="13">
                <c:v>8.364367936782923</c:v>
              </c:pt>
              <c:pt idx="14">
                <c:v>9.007780854996993</c:v>
              </c:pt>
              <c:pt idx="15">
                <c:v>9.651193773211064</c:v>
              </c:pt>
              <c:pt idx="16">
                <c:v>10.294606691425134</c:v>
              </c:pt>
              <c:pt idx="17">
                <c:v>10.938019609639209</c:v>
              </c:pt>
              <c:pt idx="18">
                <c:v>11.581432527853279</c:v>
              </c:pt>
              <c:pt idx="19">
                <c:v>12.22484544606735</c:v>
              </c:pt>
              <c:pt idx="20">
                <c:v>12.86825836428142</c:v>
              </c:pt>
              <c:pt idx="21">
                <c:v>13.51167128249549</c:v>
              </c:pt>
              <c:pt idx="22">
                <c:v>14.15508420070956</c:v>
              </c:pt>
              <c:pt idx="23">
                <c:v>14.798497118923635</c:v>
              </c:pt>
              <c:pt idx="24">
                <c:v>15.441910037137703</c:v>
              </c:pt>
              <c:pt idx="25">
                <c:v>16.085322955351778</c:v>
              </c:pt>
              <c:pt idx="26">
                <c:v>16.728735873565842</c:v>
              </c:pt>
              <c:pt idx="27">
                <c:v>17.372148791779917</c:v>
              </c:pt>
              <c:pt idx="28">
                <c:v>18.01556170999398</c:v>
              </c:pt>
              <c:pt idx="29">
                <c:v>18.658974628208057</c:v>
              </c:pt>
              <c:pt idx="30">
                <c:v>19.302387546422132</c:v>
              </c:pt>
              <c:pt idx="31">
                <c:v>19.945800464636203</c:v>
              </c:pt>
              <c:pt idx="32">
                <c:v>20.58921338285027</c:v>
              </c:pt>
              <c:pt idx="33">
                <c:v>21.232626301064347</c:v>
              </c:pt>
              <c:pt idx="34">
                <c:v>21.876039219278418</c:v>
              </c:pt>
              <c:pt idx="35">
                <c:v>22.519452137492486</c:v>
              </c:pt>
              <c:pt idx="36">
                <c:v>23.162865055706554</c:v>
              </c:pt>
              <c:pt idx="37">
                <c:v>23.80627797392063</c:v>
              </c:pt>
              <c:pt idx="38">
                <c:v>24.4496908921347</c:v>
              </c:pt>
              <c:pt idx="39">
                <c:v>25.093103810348772</c:v>
              </c:pt>
              <c:pt idx="40">
                <c:v>25.73651672856284</c:v>
              </c:pt>
              <c:pt idx="41">
                <c:v>26.379929646776915</c:v>
              </c:pt>
              <c:pt idx="42">
                <c:v>27.023342564990983</c:v>
              </c:pt>
              <c:pt idx="43">
                <c:v>27.666755483205048</c:v>
              </c:pt>
              <c:pt idx="44">
                <c:v>28.310168401419123</c:v>
              </c:pt>
              <c:pt idx="45">
                <c:v>28.953581319633198</c:v>
              </c:pt>
              <c:pt idx="46">
                <c:v>29.596994237847262</c:v>
              </c:pt>
              <c:pt idx="47">
                <c:v>30.240407156061337</c:v>
              </c:pt>
              <c:pt idx="48">
                <c:v>30.883820074275413</c:v>
              </c:pt>
              <c:pt idx="49">
                <c:v>31.527232992489477</c:v>
              </c:pt>
              <c:pt idx="50">
                <c:v>32.17064591070355</c:v>
              </c:pt>
              <c:pt idx="51">
                <c:v>32.81405882891762</c:v>
              </c:pt>
              <c:pt idx="52">
                <c:v>33.4574717471317</c:v>
              </c:pt>
              <c:pt idx="53">
                <c:v>34.10088466534575</c:v>
              </c:pt>
              <c:pt idx="54">
                <c:v>34.744297583559835</c:v>
              </c:pt>
              <c:pt idx="55">
                <c:v>35.387710501773896</c:v>
              </c:pt>
              <c:pt idx="56">
                <c:v>36.03112341998798</c:v>
              </c:pt>
              <c:pt idx="57">
                <c:v>36.67453633820204</c:v>
              </c:pt>
              <c:pt idx="58">
                <c:v>37.31794925641612</c:v>
              </c:pt>
              <c:pt idx="59">
                <c:v>37.96136217463018</c:v>
              </c:pt>
              <c:pt idx="60">
                <c:v>38.604775092844264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0</c:v>
              </c:pt>
              <c:pt idx="1">
                <c:v>0.19302387546422017</c:v>
              </c:pt>
              <c:pt idx="2">
                <c:v>0.38604775092844135</c:v>
              </c:pt>
              <c:pt idx="3">
                <c:v>0.5790716263926624</c:v>
              </c:pt>
              <c:pt idx="4">
                <c:v>0.7720955018568845</c:v>
              </c:pt>
              <c:pt idx="5">
                <c:v>0.965119377321104</c:v>
              </c:pt>
              <c:pt idx="6">
                <c:v>1.158143252785327</c:v>
              </c:pt>
              <c:pt idx="7">
                <c:v>1.351167128249547</c:v>
              </c:pt>
              <c:pt idx="8">
                <c:v>1.5441910037137685</c:v>
              </c:pt>
              <c:pt idx="9">
                <c:v>1.73721487917799</c:v>
              </c:pt>
              <c:pt idx="10">
                <c:v>1.9302387546422106</c:v>
              </c:pt>
              <c:pt idx="11">
                <c:v>2.1232626301064337</c:v>
              </c:pt>
              <c:pt idx="12">
                <c:v>2.316286505570654</c:v>
              </c:pt>
              <c:pt idx="13">
                <c:v>2.5093103810348754</c:v>
              </c:pt>
              <c:pt idx="14">
                <c:v>2.7023342564990966</c:v>
              </c:pt>
              <c:pt idx="15">
                <c:v>2.8953581319633175</c:v>
              </c:pt>
              <c:pt idx="16">
                <c:v>3.0883820074275374</c:v>
              </c:pt>
              <c:pt idx="17">
                <c:v>3.2814058828917596</c:v>
              </c:pt>
              <c:pt idx="18">
                <c:v>3.474429758355981</c:v>
              </c:pt>
              <c:pt idx="19">
                <c:v>3.667453633820203</c:v>
              </c:pt>
              <c:pt idx="20">
                <c:v>3.860477509284424</c:v>
              </c:pt>
              <c:pt idx="21">
                <c:v>4.053501384748647</c:v>
              </c:pt>
              <c:pt idx="22">
                <c:v>4.2465252602128665</c:v>
              </c:pt>
              <c:pt idx="23">
                <c:v>4.439549135677087</c:v>
              </c:pt>
              <c:pt idx="24">
                <c:v>4.632573011141307</c:v>
              </c:pt>
              <c:pt idx="25">
                <c:v>4.82559688660553</c:v>
              </c:pt>
              <c:pt idx="26">
                <c:v>5.0186207620697525</c:v>
              </c:pt>
              <c:pt idx="27">
                <c:v>5.211644637533973</c:v>
              </c:pt>
              <c:pt idx="28">
                <c:v>5.404668512998195</c:v>
              </c:pt>
              <c:pt idx="29">
                <c:v>5.597692388462415</c:v>
              </c:pt>
              <c:pt idx="30">
                <c:v>5.790716263926636</c:v>
              </c:pt>
              <c:pt idx="31">
                <c:v>5.983740139390856</c:v>
              </c:pt>
              <c:pt idx="32">
                <c:v>6.1767640148550775</c:v>
              </c:pt>
              <c:pt idx="33">
                <c:v>6.3697878903193</c:v>
              </c:pt>
              <c:pt idx="34">
                <c:v>6.562811765783521</c:v>
              </c:pt>
              <c:pt idx="35">
                <c:v>6.755835641247744</c:v>
              </c:pt>
              <c:pt idx="36">
                <c:v>6.948859516711963</c:v>
              </c:pt>
              <c:pt idx="37">
                <c:v>7.141883392176184</c:v>
              </c:pt>
              <c:pt idx="38">
                <c:v>7.334907267640406</c:v>
              </c:pt>
              <c:pt idx="39">
                <c:v>7.527931143104627</c:v>
              </c:pt>
              <c:pt idx="40">
                <c:v>7.720955018568845</c:v>
              </c:pt>
              <c:pt idx="41">
                <c:v>7.91397889403307</c:v>
              </c:pt>
              <c:pt idx="42">
                <c:v>8.107002769497292</c:v>
              </c:pt>
              <c:pt idx="43">
                <c:v>8.300026644961509</c:v>
              </c:pt>
              <c:pt idx="44">
                <c:v>8.493050520425731</c:v>
              </c:pt>
              <c:pt idx="45">
                <c:v>8.686074395889957</c:v>
              </c:pt>
              <c:pt idx="46">
                <c:v>8.879098271354177</c:v>
              </c:pt>
              <c:pt idx="47">
                <c:v>9.072122146818394</c:v>
              </c:pt>
              <c:pt idx="48">
                <c:v>9.26514602228262</c:v>
              </c:pt>
              <c:pt idx="49">
                <c:v>9.45816989774684</c:v>
              </c:pt>
              <c:pt idx="50">
                <c:v>9.65119377321106</c:v>
              </c:pt>
              <c:pt idx="51">
                <c:v>9.844217648675283</c:v>
              </c:pt>
              <c:pt idx="52">
                <c:v>10.037241524139501</c:v>
              </c:pt>
              <c:pt idx="53">
                <c:v>10.230265399603722</c:v>
              </c:pt>
              <c:pt idx="54">
                <c:v>10.423289275067942</c:v>
              </c:pt>
              <c:pt idx="55">
                <c:v>10.616313150532164</c:v>
              </c:pt>
              <c:pt idx="56">
                <c:v>10.80933702599639</c:v>
              </c:pt>
              <c:pt idx="57">
                <c:v>11.002360901460609</c:v>
              </c:pt>
              <c:pt idx="58">
                <c:v>11.19538477692483</c:v>
              </c:pt>
              <c:pt idx="59">
                <c:v>11.388408652389051</c:v>
              </c:pt>
              <c:pt idx="60">
                <c:v>11.581432527853272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〈y〉/a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3.0106226262358384</c:v>
              </c:pt>
              <c:pt idx="2">
                <c:v>3.042267968212647</c:v>
              </c:pt>
              <c:pt idx="3">
                <c:v>3.0942910946497233</c:v>
              </c:pt>
              <c:pt idx="4">
                <c:v>3.165687533799066</c:v>
              </c:pt>
              <c:pt idx="5">
                <c:v>3.2551827813625756</c:v>
              </c:pt>
              <c:pt idx="6">
                <c:v>3.3613315090473193</c:v>
              </c:pt>
              <c:pt idx="7">
                <c:v>3.482611273535364</c:v>
              </c:pt>
              <c:pt idx="8">
                <c:v>3.617500552398472</c:v>
              </c:pt>
              <c:pt idx="9">
                <c:v>3.7645366787769827</c:v>
              </c:pt>
              <c:pt idx="10">
                <c:v>3.9223538545518273</c:v>
              </c:pt>
              <c:pt idx="11">
                <c:v>4.089704183676892</c:v>
              </c:pt>
              <c:pt idx="12">
                <c:v>4.265465748878698</c:v>
              </c:pt>
              <c:pt idx="13">
                <c:v>4.448641702243136</c:v>
              </c:pt>
              <c:pt idx="14">
                <c:v>4.6383537090461795</c:v>
              </c:pt>
              <c:pt idx="15">
                <c:v>4.8338322747810105</c:v>
              </c:pt>
              <c:pt idx="16">
                <c:v>5.034405723261982</c:v>
              </c:pt>
              <c:pt idx="17">
                <c:v>5.239488973871192</c:v>
              </c:pt>
              <c:pt idx="18">
                <c:v>5.448572806105187</c:v>
              </c:pt>
              <c:pt idx="19">
                <c:v>5.661213980653483</c:v>
              </c:pt>
              <c:pt idx="20">
                <c:v>5.877026377452318</c:v>
              </c:pt>
              <c:pt idx="21">
                <c:v>6.095673182102247</c:v>
              </c:pt>
              <c:pt idx="22">
                <c:v>6.316860077596866</c:v>
              </c:pt>
              <c:pt idx="23">
                <c:v>6.540329359602618</c:v>
              </c:pt>
              <c:pt idx="24">
                <c:v>6.765854877207259</c:v>
              </c:pt>
              <c:pt idx="25">
                <c:v>6.993237698089839</c:v>
              </c:pt>
              <c:pt idx="26">
                <c:v>7.2223024015715955</c:v>
              </c:pt>
              <c:pt idx="27">
                <c:v>7.452893911274677</c:v>
              </c:pt>
              <c:pt idx="28">
                <c:v>7.684874788888224</c:v>
              </c:pt>
              <c:pt idx="29">
                <c:v>7.918122920507792</c:v>
              </c:pt>
              <c:pt idx="30">
                <c:v>8.152529536460335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3.000250161127925</c:v>
              </c:pt>
              <c:pt idx="2">
                <c:v>3.001000519392249</c:v>
              </c:pt>
              <c:pt idx="3">
                <c:v>3.0022506997473144</c:v>
              </c:pt>
              <c:pt idx="4">
                <c:v>3.004000078157489</c:v>
              </c:pt>
              <c:pt idx="5">
                <c:v>3.0062477831515206</c:v>
              </c:pt>
              <c:pt idx="6">
                <c:v>3.00899269798598</c:v>
              </c:pt>
              <c:pt idx="7">
                <c:v>3.0122334634053067</c:v>
              </c:pt>
              <c:pt idx="8">
                <c:v>3.01596848098265</c:v>
              </c:pt>
              <c:pt idx="9">
                <c:v>3.020195917022458</c:v>
              </c:pt>
              <c:pt idx="10">
                <c:v>3.024913707002852</c:v>
              </c:pt>
              <c:pt idx="11">
                <c:v>3.0301195605329867</c:v>
              </c:pt>
              <c:pt idx="12">
                <c:v>3.0358109667981275</c:v>
              </c:pt>
              <c:pt idx="13">
                <c:v>3.041985200462885</c:v>
              </c:pt>
              <c:pt idx="14">
                <c:v>3.0486393280010886</c:v>
              </c:pt>
              <c:pt idx="15">
                <c:v>3.055770214419093</c:v>
              </c:pt>
              <c:pt idx="16">
                <c:v>3.063374530337936</c:v>
              </c:pt>
              <c:pt idx="17">
                <c:v>3.071448759398681</c:v>
              </c:pt>
              <c:pt idx="18">
                <c:v>3.0799892059545444</c:v>
              </c:pt>
              <c:pt idx="19">
                <c:v>3.088992003012891</c:v>
              </c:pt>
              <c:pt idx="20">
                <c:v>3.0984531203900674</c:v>
              </c:pt>
              <c:pt idx="21">
                <c:v>3.10836837304213</c:v>
              </c:pt>
              <c:pt idx="22">
                <c:v>3.1187334295348945</c:v>
              </c:pt>
              <c:pt idx="23">
                <c:v>3.129543820617418</c:v>
              </c:pt>
              <c:pt idx="24">
                <c:v>3.140794947863858</c:v>
              </c:pt>
              <c:pt idx="25">
                <c:v>3.1524820923497505</c:v>
              </c:pt>
              <c:pt idx="26">
                <c:v>3.1646004233300706</c:v>
              </c:pt>
              <c:pt idx="27">
                <c:v>3.1771450068878093</c:v>
              </c:pt>
              <c:pt idx="28">
                <c:v>3.190110814523486</c:v>
              </c:pt>
              <c:pt idx="29">
                <c:v>3.2034927316576716</c:v>
              </c:pt>
              <c:pt idx="30">
                <c:v>3.217285566020467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相对平移参考态的重合度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0.9982354691177964</c:v>
              </c:pt>
              <c:pt idx="2">
                <c:v>0.9929795089846105</c:v>
              </c:pt>
              <c:pt idx="3">
                <c:v>0.984342901991505</c:v>
              </c:pt>
              <c:pt idx="4">
                <c:v>0.9725034726382834</c:v>
              </c:pt>
              <c:pt idx="5">
                <c:v>0.9576966548540987</c:v>
              </c:pt>
              <c:pt idx="6">
                <c:v>0.9402037092003988</c:v>
              </c:pt>
              <c:pt idx="7">
                <c:v>0.9203387051834784</c:v>
              </c:pt>
              <c:pt idx="8">
                <c:v>0.8984353559104562</c:v>
              </c:pt>
              <c:pt idx="9">
                <c:v>0.8748346298177185</c:v>
              </c:pt>
              <c:pt idx="10">
                <c:v>0.8498738210894335</c:v>
              </c:pt>
              <c:pt idx="11">
                <c:v>0.8238774928755461</c:v>
              </c:pt>
              <c:pt idx="12">
                <c:v>0.7971504606496349</c:v>
              </c:pt>
              <c:pt idx="13">
                <c:v>0.7699727848006849</c:v>
              </c:pt>
              <c:pt idx="14">
                <c:v>0.7425966024662298</c:v>
              </c:pt>
              <c:pt idx="15">
                <c:v>0.7152445463578185</c:v>
              </c:pt>
              <c:pt idx="16">
                <c:v>0.6881094630359244</c:v>
              </c:pt>
              <c:pt idx="17">
                <c:v>0.6613551421203839</c:v>
              </c:pt>
              <c:pt idx="18">
                <c:v>0.6351177891113288</c:v>
              </c:pt>
              <c:pt idx="19">
                <c:v>0.6095080078506941</c:v>
              </c:pt>
              <c:pt idx="20">
                <c:v>0.5846130968629312</c:v>
              </c:pt>
              <c:pt idx="21">
                <c:v>0.5604995020493331</c:v>
              </c:pt>
              <c:pt idx="22">
                <c:v>0.5372153036265493</c:v>
              </c:pt>
              <c:pt idx="23">
                <c:v>0.5147926463650534</c:v>
              </c:pt>
              <c:pt idx="24">
                <c:v>0.4932500485924479</c:v>
              </c:pt>
              <c:pt idx="25">
                <c:v>0.47259454713078164</c:v>
              </c:pt>
              <c:pt idx="26">
                <c:v>0.4528236526903018</c:v>
              </c:pt>
              <c:pt idx="27">
                <c:v>0.4339271037396145</c:v>
              </c:pt>
              <c:pt idx="28">
                <c:v>0.41588841705512086</c:v>
              </c:pt>
              <c:pt idx="29">
                <c:v>0.39868624055448487</c:v>
              </c:pt>
              <c:pt idx="30">
                <c:v>0.38229551913806026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0.9999722070324634</c:v>
              </c:pt>
              <c:pt idx="2">
                <c:v>0.9998888659805631</c:v>
              </c:pt>
              <c:pt idx="3">
                <c:v>0.9997500901184786</c:v>
              </c:pt>
              <c:pt idx="4">
                <c:v>0.9995560673153508</c:v>
              </c:pt>
              <c:pt idx="5">
                <c:v>0.9993070586720312</c:v>
              </c:pt>
              <c:pt idx="6">
                <c:v>0.9990033966487626</c:v>
              </c:pt>
              <c:pt idx="7">
                <c:v>0.9986454827183631</c:v>
              </c:pt>
              <c:pt idx="8">
                <c:v>0.9982337845871062</c:v>
              </c:pt>
              <c:pt idx="9">
                <c:v>0.9977688330316007</c:v>
              </c:pt>
              <c:pt idx="10">
                <c:v>0.997251218404518</c:v>
              </c:pt>
              <c:pt idx="11">
                <c:v>0.9966815868648301</c:v>
              </c:pt>
              <c:pt idx="12">
                <c:v>0.9960606363894896</c:v>
              </c:pt>
              <c:pt idx="13">
                <c:v>0.9953891126231782</c:v>
              </c:pt>
              <c:pt idx="14">
                <c:v>0.9946678046211436</c:v>
              </c:pt>
              <c:pt idx="15">
                <c:v>0.9938975405373932</c:v>
              </c:pt>
              <c:pt idx="16">
                <c:v>0.9930791833068303</c:v>
              </c:pt>
              <c:pt idx="17">
                <c:v>0.9922136263655656</c:v>
              </c:pt>
              <c:pt idx="18">
                <c:v>0.9913017894488224</c:v>
              </c:pt>
              <c:pt idx="19">
                <c:v>0.9903446145007699</c:v>
              </c:pt>
              <c:pt idx="20">
                <c:v>0.9893430617254668</c:v>
              </c:pt>
              <c:pt idx="21">
                <c:v>0.988298105803014</c:v>
              </c:pt>
              <c:pt idx="22">
                <c:v>0.9872107322901481</c:v>
              </c:pt>
              <c:pt idx="23">
                <c:v>0.9860819342199059</c:v>
              </c:pt>
              <c:pt idx="24">
                <c:v>0.9849127089107712</c:v>
              </c:pt>
              <c:pt idx="25">
                <c:v>0.9837040549919001</c:v>
              </c:pt>
              <c:pt idx="26">
                <c:v>0.9824569696476104</c:v>
              </c:pt>
              <c:pt idx="27">
                <c:v>0.9811724460813898</c:v>
              </c:pt>
              <c:pt idx="28">
                <c:v>0.9798514711971014</c:v>
              </c:pt>
              <c:pt idx="29">
                <c:v>0.978495023492977</c:v>
              </c:pt>
              <c:pt idx="30">
                <c:v>0.9771040711622112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85B7B-6E50-431B-A28D-CA81C2C3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二维铁磁体中的单磁子传播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10B4B-7952-40C5-82E7-84D534E2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1C5CC-87B7-4883-9EFA-652F5939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原理 PDF 与实际格点传播模拟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E5366-8603-4ED4-99F4-5C55925A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ACDF3-95FC-448C-97DF-3D11B99E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76325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交换作用、色散与波包的移动和展宽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939C9-CFA7-43B9-9759-295483148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6241e920b4a52"/>
          <a:stretch xmlns:a="http://schemas.openxmlformats.org/drawingml/2006/main"/>
        </p:blipFill>
        <p:spPr>
          <a:xfrm xmlns:a="http://schemas.openxmlformats.org/drawingml/2006/main">
            <a:off x="1792189" y="1695450"/>
            <a:ext cx="8569521" cy="33623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BCCF2-F0EA-401F-ADBD-1BD50338EB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ad8e3a20b4e47"/>
          <a:stretch xmlns:a="http://schemas.openxmlformats.org/drawingml/2006/main"/>
        </p:blipFill>
        <p:spPr>
          <a:xfrm xmlns:a="http://schemas.openxmlformats.org/drawingml/2006/main">
            <a:off x="1868199" y="5295900"/>
            <a:ext cx="8512752" cy="828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281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353F7-310F-42CF-B08E-BAA3D9D6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库仑交换、能级分裂与自旋耦合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F93B3-9C44-42CB-8FF8-73E8B102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B4E35-EFCB-4973-9DA6-10BB0BAC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1–3 页，式 (2)、(3)、(11)、(14)、(20)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91508-D8BB-431E-A9D0-9711187D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39178-A43D-4319-A96D-52378496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7632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固定轨道，各有一个电子。矩阵基底：↑↑、↑↓、↓↑、↓↓。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53A84-04BE-4AFB-895D-B1FE81903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78dba2e114791"/>
          <a:stretch xmlns:a="http://schemas.openxmlformats.org/drawingml/2006/main"/>
        </p:blipFill>
        <p:spPr>
          <a:xfrm xmlns:a="http://schemas.openxmlformats.org/drawingml/2006/main">
            <a:off x="654024" y="1562100"/>
            <a:ext cx="5702352" cy="13430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61E92-A3FB-4C48-8D4E-96A0FA127F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6e8b63b604e31"/>
          <a:stretch xmlns:a="http://schemas.openxmlformats.org/drawingml/2006/main"/>
        </p:blipFill>
        <p:spPr>
          <a:xfrm xmlns:a="http://schemas.openxmlformats.org/drawingml/2006/main">
            <a:off x="619125" y="3175156"/>
            <a:ext cx="5572125" cy="2136462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0FD57B3-D4EE-40F4-AB44-B5E5F25B8DC1}"/>
              </a:ext>
            </a:extLst>
          </p:cNvPr>
          <p:cNvGraphicFramePr/>
          <p:nvPr/>
        </p:nvGraphicFramePr>
        <p:xfrm>
          <a:off xmlns:a="http://schemas.openxmlformats.org/drawingml/2006/main" x="7000875" y="1428750"/>
          <a:ext xmlns:a="http://schemas.openxmlformats.org/drawingml/2006/main" cx="47625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42fc0fde4d4d3d"/>
          </a:graphicData>
        </a:graphic>
      </p:graphicFrame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4CAC2-731E-4117-8EF6-BB70DAD7AF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676a262a6448e"/>
          <a:stretch xmlns:a="http://schemas.openxmlformats.org/drawingml/2006/main"/>
        </p:blipFill>
        <p:spPr>
          <a:xfrm xmlns:a="http://schemas.openxmlformats.org/drawingml/2006/main">
            <a:off x="7533631" y="4086225"/>
            <a:ext cx="3525537" cy="7905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960DA-B920-4CF0-91ED-EB8EDC10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9587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8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J = 2K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2F541-4D7F-401C-802A-5A94B4BB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4AA23-42F3-4174-9AB1-49D2C8AE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K &gt; 0 时三重态更低；去掉共同能量常数后，得到铁磁 Heisenberg 交换。</a:t>
            </a:r>
          </a:p>
        </p:txBody>
      </p:sp>
    </p:spTree>
    <p:extLst>
      <p:ext uri="{BB962C8B-B14F-4D97-AF65-F5344CB8AC3E}">
        <p14:creationId xmlns:p14="http://schemas.microsoft.com/office/powerpoint/2010/main" val="298021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0791B-BFD8-45DF-95FE-3FB0F846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晶格模型与单翻转子空间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B1937-D3CC-4903-8368-A2BEA443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9C2C9-44B1-42E2-B1DE-5DA1B2FB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3–4 页，式 (22)、(25)、(26)、(29)　A01 局部示意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A1F3F-A4B5-4F74-935C-AD9B779E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4ADF0-4F8E-4A1C-8A22-084ACE4957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d4b69a05d498d"/>
          <a:stretch xmlns:a="http://schemas.openxmlformats.org/drawingml/2006/main"/>
        </p:blipFill>
        <p:spPr>
          <a:xfrm xmlns:a="http://schemas.openxmlformats.org/drawingml/2006/main">
            <a:off x="3452676" y="1152525"/>
            <a:ext cx="5191397" cy="7239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0ACCB-B472-4E26-9E97-AB270373E0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dcfe7cc414eb6"/>
          <a:stretch xmlns:a="http://schemas.openxmlformats.org/drawingml/2006/main"/>
        </p:blipFill>
        <p:spPr>
          <a:xfrm xmlns:a="http://schemas.openxmlformats.org/drawingml/2006/main">
            <a:off x="361950" y="2217476"/>
            <a:ext cx="5372100" cy="2918348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9BF23-6353-4023-87A7-76A5418B9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43a9d12b44c37"/>
          <a:stretch xmlns:a="http://schemas.openxmlformats.org/drawingml/2006/main"/>
        </p:blipFill>
        <p:spPr>
          <a:xfrm xmlns:a="http://schemas.openxmlformats.org/drawingml/2006/main">
            <a:off x="6106477" y="2066925"/>
            <a:ext cx="5522595" cy="11144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7E990-BF45-4C52-B861-F4BA5A63DB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9556cdc7b43c8"/>
          <a:stretch xmlns:a="http://schemas.openxmlformats.org/drawingml/2006/main"/>
        </p:blipFill>
        <p:spPr>
          <a:xfrm xmlns:a="http://schemas.openxmlformats.org/drawingml/2006/main">
            <a:off x="6010275" y="3509213"/>
            <a:ext cx="5715000" cy="706348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822DE-43A4-4DBA-8941-0E5FD0D0E1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38242a6e04222"/>
          <a:stretch xmlns:a="http://schemas.openxmlformats.org/drawingml/2006/main"/>
        </p:blipFill>
        <p:spPr>
          <a:xfrm xmlns:a="http://schemas.openxmlformats.org/drawingml/2006/main">
            <a:off x="7652497" y="4581525"/>
            <a:ext cx="2259106" cy="685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162E3-CA91-450A-A161-89C7DEA4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57825"/>
            <a:ext cx="1119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左图为局部模型示意；数值波场保留全部格点。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91126-63F9-4F88-B002-1F499CDA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DB43E-A054-47D3-9BFC-9D287A18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单翻转态的叠加始终留在同一子空间，能够精确计算其概率振幅。</a:t>
            </a:r>
          </a:p>
        </p:txBody>
      </p:sp>
    </p:spTree>
    <p:extLst>
      <p:ext uri="{BB962C8B-B14F-4D97-AF65-F5344CB8AC3E}">
        <p14:creationId xmlns:p14="http://schemas.microsoft.com/office/powerpoint/2010/main" val="811671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94516-4AFE-43A2-A888-35FFF711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运动方程与单磁子色散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C0F2D-FBD0-47B0-AE3D-92EC9360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F3C70-24C4-478F-87DD-08CD04A7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4–5 页，式 (28)、(35)–(39)　本页沿用 ℏ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89817-32DB-4647-8EB2-1AB50604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0C8A1-300A-46DE-ADA3-949CA3402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2286aa83d4b16"/>
          <a:stretch xmlns:a="http://schemas.openxmlformats.org/drawingml/2006/main"/>
        </p:blipFill>
        <p:spPr>
          <a:xfrm xmlns:a="http://schemas.openxmlformats.org/drawingml/2006/main">
            <a:off x="2922827" y="1190625"/>
            <a:ext cx="6241571" cy="1438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5AF56-2082-43D8-B082-2FE3A7179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5894a24dc4637"/>
          <a:stretch xmlns:a="http://schemas.openxmlformats.org/drawingml/2006/main"/>
        </p:blipFill>
        <p:spPr>
          <a:xfrm xmlns:a="http://schemas.openxmlformats.org/drawingml/2006/main">
            <a:off x="1526381" y="2857500"/>
            <a:ext cx="4138613" cy="7524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17C6C-951A-4CA1-A141-C17641F0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2417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最近邻位移只产生相位因子。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两个相反方向合并成为余弦项。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B446B-4C8A-445C-97F5-69C832644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8f9b7c5094173"/>
          <a:stretch xmlns:a="http://schemas.openxmlformats.org/drawingml/2006/main"/>
        </p:blipFill>
        <p:spPr>
          <a:xfrm xmlns:a="http://schemas.openxmlformats.org/drawingml/2006/main">
            <a:off x="2581482" y="3886200"/>
            <a:ext cx="6971886" cy="6191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DDDAF-2D9D-4542-8422-8D779BB59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7bf7758714e93"/>
          <a:stretch xmlns:a="http://schemas.openxmlformats.org/drawingml/2006/main"/>
        </p:blipFill>
        <p:spPr>
          <a:xfrm xmlns:a="http://schemas.openxmlformats.org/drawingml/2006/main">
            <a:off x="2854001" y="4714875"/>
            <a:ext cx="6350648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2A0EC-99BA-464D-8BE1-18C8B543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D0817-D20F-412A-876B-F2CFBC28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相对基态的激发能决定传播；共同的基态能量仅改变整体相位。</a:t>
            </a:r>
          </a:p>
        </p:txBody>
      </p:sp>
    </p:spTree>
    <p:extLst>
      <p:ext uri="{BB962C8B-B14F-4D97-AF65-F5344CB8AC3E}">
        <p14:creationId xmlns:p14="http://schemas.microsoft.com/office/powerpoint/2010/main" val="635446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061F1-9690-4FB7-94B7-5DAE8027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色散的斜率决定群速度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7B927-A5EA-4950-82D7-65F4BFD0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44FA8-168E-4F04-B39E-F1BEB1E8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色散 ε/Jₓ = 1−cos qₓ+η(1−cos qᵧ)，q = ka，η = Jᵧ/Jₓ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974D8-2351-4F09-A00B-2BA70D26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03BAD-1F79-4CF6-91C1-B26A39F3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 = ε/Jₓ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CCE72-BAAE-44B5-B971-BEA3E897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057275"/>
            <a:ext cx="166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D21DD-7DA5-4EE2-881F-E8F33206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057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τ = Jₓt/ℏ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9C972-E339-4BB7-9EFE-372625B1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5727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ℏv/(Jₓa)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5A5B8-5FBA-4358-9920-DC5E56E9F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e3784215e430b"/>
          <a:stretch xmlns:a="http://schemas.openxmlformats.org/drawingml/2006/main"/>
        </p:blipFill>
        <p:spPr>
          <a:xfrm xmlns:a="http://schemas.openxmlformats.org/drawingml/2006/main">
            <a:off x="677977" y="1628775"/>
            <a:ext cx="7321322" cy="3695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3DFB9-420E-4A35-98D7-87B14C3C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62125"/>
            <a:ext cx="314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9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(sin qₓ, η sin qᵧ)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FCB66-D455-4B48-9B16-ED39FCCE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19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速度与方向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71E08-4C03-46DC-8FB0-F9B7EA66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28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群速度是色散的梯度。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改变 y 向传播速度。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1781F-6CE3-4C96-B576-35B9BD9F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162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带宽与长波极限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EFB2C-C61F-4B57-9F35-D797CD86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720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 时带宽为 4Jₓ。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小波矢附近近似抛物面。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F5377-B24D-4E37-977A-80B678DC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033F3-9626-422D-8321-AE00F016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有限频宽波包的精确质心速度由整个频谱加权平均。</a:t>
            </a:r>
          </a:p>
        </p:txBody>
      </p:sp>
    </p:spTree>
    <p:extLst>
      <p:ext uri="{BB962C8B-B14F-4D97-AF65-F5344CB8AC3E}">
        <p14:creationId xmlns:p14="http://schemas.microsoft.com/office/powerpoint/2010/main" val="1762629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C1B99-73AD-4020-8070-F4732B5E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同一个波包：振幅波纹与概率包络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190B8-5CDC-44DE-A7D6-B7A813C4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11C00-16DF-48DB-B349-22DD6C4C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W01　512×512，初始 RMS 宽度 10a，q₀=(0.7,0)，τ=30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87B20-CD26-4C4B-906A-08D9B06E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72CB9-E8A9-4B65-BA7B-DA3662AFC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80f19602c4675"/>
          <a:stretch xmlns:a="http://schemas.openxmlformats.org/drawingml/2006/main"/>
        </p:blipFill>
        <p:spPr>
          <a:xfrm xmlns:a="http://schemas.openxmlformats.org/drawingml/2006/main">
            <a:off x="1492607" y="1123950"/>
            <a:ext cx="9187735" cy="4352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D9B6A-62CA-41AC-A204-A7D8BC7B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 = exp(i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70640-E1D1-404E-BE55-C2E45F16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543550"/>
            <a:ext cx="25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41377-4B72-4E32-9F37-DFF3230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483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1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BA83A-BB58-493B-A2D7-74FF9085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5435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t/ℏ)c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8F84B-C7D5-4AC6-A5A8-F5692F21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435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A₀ = max|ψ(0)|，P₀ = A₀²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76C3F-D51D-466E-9804-7EC20D2E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用于显示波纹，P 用于概率观测；固定单磁子态的横向自旋均值为零。</a:t>
            </a:r>
          </a:p>
        </p:txBody>
      </p:sp>
    </p:spTree>
    <p:extLst>
      <p:ext uri="{BB962C8B-B14F-4D97-AF65-F5344CB8AC3E}">
        <p14:creationId xmlns:p14="http://schemas.microsoft.com/office/powerpoint/2010/main" val="479189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167EA-CD0A-473B-8CA3-6763BB23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单点激发形成多波矢干涉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A290C-DE1F-4ACF-901F-ACF63CF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8ACFD-C9D3-4C8B-AB8F-17AAA066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W04　单点翻转，η = 1，τ =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EF7F3-0D1E-4F7A-A8A2-07B77F08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16E00-94C2-4E29-A0E8-EE0F32D02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30cced609425e"/>
          <a:stretch xmlns:a="http://schemas.openxmlformats.org/drawingml/2006/main"/>
        </p:blipFill>
        <p:spPr>
          <a:xfrm xmlns:a="http://schemas.openxmlformats.org/drawingml/2006/main">
            <a:off x="1189066" y="1123950"/>
            <a:ext cx="9794819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38C53-2E0E-4083-9F81-305E46C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911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单点初态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7DE66-0B13-419A-87A8-AC2597EB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800725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ψₘₙ(0)=δₘ₀δₙ₀。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各个波矢共同参与传播。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FD754-B706-4D82-8E6D-5322B3CE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911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相干展开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1A6FC-70F6-4D1B-854B-BF15BAA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00725"/>
            <a:ext cx="5286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不同路径的振幅相加，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在空间中形成条纹与旁瓣。</a:t>
            </a:r>
          </a:p>
        </p:txBody>
      </p:sp>
    </p:spTree>
    <p:extLst>
      <p:ext uri="{BB962C8B-B14F-4D97-AF65-F5344CB8AC3E}">
        <p14:creationId xmlns:p14="http://schemas.microsoft.com/office/powerpoint/2010/main" val="1971952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4F6FC-BE9A-41B9-9D4E-B172F470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传播前沿与弹道展宽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74786-0601-4A20-BE0C-E352CCAE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2BB37-A9CF-4D6A-8D6A-D88FEEAB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单点初态 B07、B09　左图 η=1，右图 η=1、0.3、0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28E4E-FED1-4724-812C-F4C1663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D09ED-5AF7-4F68-95F3-7022EE169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c111d7f0f4f83"/>
          <a:stretch xmlns:a="http://schemas.openxmlformats.org/drawingml/2006/main"/>
        </p:blipFill>
        <p:spPr>
          <a:xfrm xmlns:a="http://schemas.openxmlformats.org/drawingml/2006/main">
            <a:off x="323850" y="1825470"/>
            <a:ext cx="6286500" cy="2807011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7764A41D-51E9-4EC7-A39D-8EA2E65A5F36}"/>
              </a:ext>
            </a:extLst>
          </p:cNvPr>
          <p:cNvGraphicFramePr/>
          <p:nvPr/>
        </p:nvGraphicFramePr>
        <p:xfrm>
          <a:off xmlns:a="http://schemas.openxmlformats.org/drawingml/2006/main" x="6724650" y="1219200"/>
          <a:ext xmlns:a="http://schemas.openxmlformats.org/drawingml/2006/main" cx="504825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35a8de54f84a5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A867C-FD28-4F48-8BD4-866A3629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9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主要前沿：|x|/a ≈ 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447E4-4026-4785-8660-462EABEE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5782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σₓ/a = τ/√2；σᵧ/a = ητ/√2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70571-0D54-4A6F-B058-EB8C7938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E8866-5915-4796-8A9A-7BFB189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概率宽度与时间成正比；主要前沿和 RMS 宽度是不同的传播尺度。</a:t>
            </a:r>
          </a:p>
        </p:txBody>
      </p:sp>
    </p:spTree>
    <p:extLst>
      <p:ext uri="{BB962C8B-B14F-4D97-AF65-F5344CB8AC3E}">
        <p14:creationId xmlns:p14="http://schemas.microsoft.com/office/powerpoint/2010/main" val="9137312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784BFB-AE6A-444A-A04B-F2E8D21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Gaussian 包络、频宽与载波周期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C3E6A-943E-4DA2-8718-DEFC00B9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869FC-C4D9-4EF8-8CEE-28052C3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C02 图例中的宽度数值为 σ/a；新波场主要采用 σ=10a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432DB-32F7-4B44-8675-567100C9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F9BBA-A51B-4383-99F5-C14238E2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58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ψ(r,0) ∝ exp[−(x²+y²)/(4σ²)] exp(i k₀·r)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5DFBD-7A2F-4DF2-862B-9D9AAFBD85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405d330434f38"/>
          <a:stretch xmlns:a="http://schemas.openxmlformats.org/drawingml/2006/main"/>
        </p:blipFill>
        <p:spPr>
          <a:xfrm xmlns:a="http://schemas.openxmlformats.org/drawingml/2006/main">
            <a:off x="1381547" y="1781175"/>
            <a:ext cx="9409855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B298F-E116-44DC-B59E-4FFECD4C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本组主波场：σ=10a，q₀=(0.7,0)，沿 x 每个周期约含 9 个格点。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9EC60-382F-4BE7-8A40-CC9E2771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1BCD7-EB2C-4E8E-93A1-D56DD6E9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较宽包络容纳更多载波周期；局部视窗与完整格点展示让波峰波谷可辨。</a:t>
            </a:r>
          </a:p>
        </p:txBody>
      </p:sp>
    </p:spTree>
    <p:extLst>
      <p:ext uri="{BB962C8B-B14F-4D97-AF65-F5344CB8AC3E}">
        <p14:creationId xmlns:p14="http://schemas.microsoft.com/office/powerpoint/2010/main" val="3014314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EF44C-F94E-404D-9BD7-2F239E0F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波纹与包络在共动坐标中的变化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15EE5-8AED-44B7-93C6-2974FE9F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3DF9A-617C-4E11-A752-0E4F4380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W03　σ=10a，q₀=(0.7,0)，τ=0、30、60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052B9-1DD7-4CC0-AFEE-01D5A096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2DA7A-2BCF-4455-827E-DD1ED3EB3E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e6aad69b7405f"/>
          <a:stretch xmlns:a="http://schemas.openxmlformats.org/drawingml/2006/main"/>
        </p:blipFill>
        <p:spPr>
          <a:xfrm xmlns:a="http://schemas.openxmlformats.org/drawingml/2006/main">
            <a:off x="400050" y="1654247"/>
            <a:ext cx="11372850" cy="32351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EDB28-41BC-4129-8E5D-996E8F21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蓝线为 Reψ，橙色实线为当前包络，灰色虚线为初始包络。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A46EB-8895-47FD-BE80-77238AE3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F13BC-45CB-4D73-878F-4DCC7CB6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载波波峰与概率质心不必同速；传播位置与展宽应由概率分布度量。</a:t>
            </a:r>
          </a:p>
        </p:txBody>
      </p:sp>
    </p:spTree>
    <p:extLst>
      <p:ext uri="{BB962C8B-B14F-4D97-AF65-F5344CB8AC3E}">
        <p14:creationId xmlns:p14="http://schemas.microsoft.com/office/powerpoint/2010/main" val="391350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4F078-4FB4-48A5-A2B2-997FA625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载波传播与概率质心运动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CF594-8AF7-4948-A7AC-8CEEBB35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4AA0B-E6FD-4221-8A2E-BA52E005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W07　σ=10a，q₀=(0.7,0)，η=1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D4876-BC76-4F11-BA3F-ED23EF0B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DD3E8-6EBC-41A1-BF3F-C3D79B438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07ab4f3a644b0"/>
          <a:stretch xmlns:a="http://schemas.openxmlformats.org/drawingml/2006/main"/>
        </p:blipFill>
        <p:spPr>
          <a:xfrm xmlns:a="http://schemas.openxmlformats.org/drawingml/2006/main">
            <a:off x="352425" y="1830214"/>
            <a:ext cx="7572375" cy="2721322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84817AA-2C7F-4D4E-BAA3-3931D0B1BCAB}"/>
              </a:ext>
            </a:extLst>
          </p:cNvPr>
          <p:cNvGraphicFramePr/>
          <p:nvPr/>
        </p:nvGraphicFramePr>
        <p:xfrm>
          <a:off xmlns:a="http://schemas.openxmlformats.org/drawingml/2006/main" x="8058150" y="1362075"/>
          <a:ext xmlns:a="http://schemas.openxmlformats.org/drawingml/2006/main" cx="37338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cdaddf0c18415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DB425-92D4-409E-B281-946B8ADC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3533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谱平均速度 ūₓ = 0.643413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τ=60 时 〈x〉=38.6048a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F616F-EDAF-49BC-B355-9CC0A7A6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65374-78CB-4480-9BFA-E2CAD0B0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动画同时展示 Reψ 和 P，定量位移使用 P 的质心。</a:t>
            </a:r>
          </a:p>
        </p:txBody>
      </p:sp>
    </p:spTree>
    <p:extLst>
      <p:ext uri="{BB962C8B-B14F-4D97-AF65-F5344CB8AC3E}">
        <p14:creationId xmlns:p14="http://schemas.microsoft.com/office/powerpoint/2010/main" val="8252299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50A9A-55F9-4BBF-9940-40D70D98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初始宽度如何影响展宽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5E37B-CD4C-47B5-B24E-D8D16FDB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DAA3E-5B6F-4D1F-966D-AB608006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q₀=(0.7,0)，η=1　左：σ=4a；右：σ=3a、6a、10a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9E6B8-29F0-4A40-8048-700DFA8B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FFCA8-9F4C-4217-8EF9-C5272E942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ae0561a4f47c1"/>
          <a:stretch xmlns:a="http://schemas.openxmlformats.org/drawingml/2006/main"/>
        </p:blipFill>
        <p:spPr>
          <a:xfrm xmlns:a="http://schemas.openxmlformats.org/drawingml/2006/main">
            <a:off x="352425" y="1704451"/>
            <a:ext cx="7058025" cy="256327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E64F8C9-C683-401F-B400-11CDD062E385}"/>
              </a:ext>
            </a:extLst>
          </p:cNvPr>
          <p:cNvGraphicFramePr/>
          <p:nvPr/>
        </p:nvGraphicFramePr>
        <p:xfrm>
          <a:off xmlns:a="http://schemas.openxmlformats.org/drawingml/2006/main" x="7620000" y="1295400"/>
          <a:ext xmlns:a="http://schemas.openxmlformats.org/drawingml/2006/main" cx="4162425" cy="3419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910d2e170c4c63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6C740-D9E9-45CC-9698-61992B92E2F0}"/>
              </a:ext>
            </a:extLst>
          </p:cNvPr>
          <p:cNvGraphicFramePr/>
          <p:nvPr/>
        </p:nvGraphicFramePr>
        <p:xfrm>
          <a:off xmlns:a="http://schemas.openxmlformats.org/drawingml/2006/main" x="447675" y="5048250"/>
          <a:ext xmlns:a="http://schemas.openxmlformats.org/drawingml/2006/main" cx="11287125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714625"/>
                <a:gridCol w="2714625"/>
                <a:gridCol w="2714625"/>
              </a:tblGrid>
              <a:tr h="37147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RMS 宽度/a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3714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σₓ(60)/σₓ(0)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F4209-6EB8-45DF-9483-47E78303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CACF7-6B9C-495D-BBD9-5FBAD657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更窄频谱通常带来更小的相对展宽，同时需要更大的初始空间范围。</a:t>
            </a:r>
          </a:p>
        </p:txBody>
      </p:sp>
    </p:spTree>
    <p:extLst>
      <p:ext uri="{BB962C8B-B14F-4D97-AF65-F5344CB8AC3E}">
        <p14:creationId xmlns:p14="http://schemas.microsoft.com/office/powerpoint/2010/main" val="15062079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FB9D9-4014-4FA7-8887-AC76578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各向异性改变波包的传播方向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F2F0B-56DB-4EA0-A883-BD2290E5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18D32-7949-44CE-BE7D-9190D51A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W05　σ=10a，q₀=(0.7,0.7)，τ=60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BD158-F726-4185-B735-60A579E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BB79E-1C6C-4BA6-B143-55DC87AE0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f0afb45df4476"/>
          <a:stretch xmlns:a="http://schemas.openxmlformats.org/drawingml/2006/main"/>
        </p:blipFill>
        <p:spPr>
          <a:xfrm xmlns:a="http://schemas.openxmlformats.org/drawingml/2006/main">
            <a:off x="1212998" y="1114425"/>
            <a:ext cx="9746955" cy="42767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70DEF-33D5-4950-ABCA-E7C5208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52450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相同载波方向 45°；包络传播方向随 η 从 45° 改变到 16.70°。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5166C-0907-4A68-8309-8FBF2CEA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C75E7-E871-44F3-ACA0-23362B36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中心附近，条纹法线近似平行 q₀；包络轨迹由谱平均群速度决定。</a:t>
            </a:r>
          </a:p>
        </p:txBody>
      </p:sp>
    </p:spTree>
    <p:extLst>
      <p:ext uri="{BB962C8B-B14F-4D97-AF65-F5344CB8AC3E}">
        <p14:creationId xmlns:p14="http://schemas.microsoft.com/office/powerpoint/2010/main" val="7842771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32B7B-2206-4448-9B92-E1775D67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方向变化的动态与定量对照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FD7AE-8871-42DF-8067-E331E482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AFE2F-E88A-4BC9-8C56-2DF92147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W08　η=1 与 0.3，σ=10a，q₀=(0.7,0.7)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E7361-E27D-43F5-A8C3-38AD98EB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0FA9C-F346-4FE7-9368-EAF049919D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c08554ab14300"/>
          <a:stretch xmlns:a="http://schemas.openxmlformats.org/drawingml/2006/main"/>
        </p:blipFill>
        <p:spPr>
          <a:xfrm xmlns:a="http://schemas.openxmlformats.org/drawingml/2006/main">
            <a:off x="361950" y="1484426"/>
            <a:ext cx="7572375" cy="359387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C32B2DD-DCDC-4ECD-9B5A-515DC81AAB37}"/>
              </a:ext>
            </a:extLst>
          </p:cNvPr>
          <p:cNvGraphicFramePr/>
          <p:nvPr/>
        </p:nvGraphicFramePr>
        <p:xfrm>
          <a:off xmlns:a="http://schemas.openxmlformats.org/drawingml/2006/main" x="8077200" y="1381125"/>
          <a:ext xmlns:a="http://schemas.openxmlformats.org/drawingml/2006/main" cx="3714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7f13348c1d4da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F0045-A7B5-4F04-8EA4-F7FB7FAC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67275"/>
            <a:ext cx="360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τ=60：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η=1：〈y〉=38.6048a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η=0.3：〈y〉=11.5814a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38442-1BD1-43CA-B974-4BC0FC2F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15D8D-A217-4813-A5AD-8DAE72C8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降低 y 向交换会减小 y 向位移；它不改变初始载波的波矢方向。</a:t>
            </a:r>
          </a:p>
        </p:txBody>
      </p:sp>
    </p:spTree>
    <p:extLst>
      <p:ext uri="{BB962C8B-B14F-4D97-AF65-F5344CB8AC3E}">
        <p14:creationId xmlns:p14="http://schemas.microsoft.com/office/powerpoint/2010/main" val="8244714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3BA27-8695-4E01-9E51-80B4E25A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展宽来自速度差与相对相位积累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6BBCC-9ABB-4737-8F5C-F1BECECB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FFDA3-A0AE-47CB-94DE-D6EE8162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C12：σ=4a 的相位示例　e=ε/Jₓ，τ=Jₓt/ℏ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06EAB-B52C-48EB-AB85-181FC5D2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D6796-27E9-4390-AEE9-7FEF6A67CF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ff13294d34302"/>
          <a:stretch xmlns:a="http://schemas.openxmlformats.org/drawingml/2006/main"/>
        </p:blipFill>
        <p:spPr>
          <a:xfrm xmlns:a="http://schemas.openxmlformats.org/drawingml/2006/main">
            <a:off x="1334385" y="1104900"/>
            <a:ext cx="9513704" cy="3448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2D779-2593-42CD-9DC7-E858C720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119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Var[n(τ)] = Var[n(0)] + τ² Var(u)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7C68B-21D7-4E34-A44F-0AEFBD18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911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n=x/a，逐方向使用。该式适用于初始位置—速度协方差为零的 Gaussian。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各模式权重不变，相对相位仍改变实空间轮廓；动力学本身保持线性。</a:t>
            </a:r>
          </a:p>
        </p:txBody>
      </p:sp>
    </p:spTree>
    <p:extLst>
      <p:ext uri="{BB962C8B-B14F-4D97-AF65-F5344CB8AC3E}">
        <p14:creationId xmlns:p14="http://schemas.microsoft.com/office/powerpoint/2010/main" val="5459644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81C43-7B85-4133-91A1-36833637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零二阶曲率点的有限时间保形探索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E6CC7-33FB-48EC-B904-B1BF33C2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2CFB6-0306-4FB8-BF98-10FF8EE1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C13　两组初始 RMS 宽度均为 3a，η=1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89CA6-D555-4CE4-99B0-833FC1F9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8693D-D4B2-4FD9-B9B9-0B74B04F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19175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∂²e/∂qₓ² = cos qₓ，∂²e/∂qᵧ² = η cos qᵧ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6C3CC12-E6BC-45C2-B829-C0191ED0166D}"/>
              </a:ext>
            </a:extLst>
          </p:cNvPr>
          <p:cNvGraphicFramePr/>
          <p:nvPr/>
        </p:nvGraphicFramePr>
        <p:xfrm>
          <a:off xmlns:a="http://schemas.openxmlformats.org/drawingml/2006/main" x="381000" y="1400175"/>
          <a:ext xmlns:a="http://schemas.openxmlformats.org/drawingml/2006/main" cx="5495925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6eae2813334a95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05C6164-E33D-48EB-AC01-ED4F14B9E854}"/>
              </a:ext>
            </a:extLst>
          </p:cNvPr>
          <p:cNvGraphicFramePr/>
          <p:nvPr/>
        </p:nvGraphicFramePr>
        <p:xfrm>
          <a:off xmlns:a="http://schemas.openxmlformats.org/drawingml/2006/main" x="6238875" y="1400175"/>
          <a:ext xmlns:a="http://schemas.openxmlformats.org/drawingml/2006/main" cx="552450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2f9d933cb6454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C4CC3-9A3D-4A8A-BFC6-0235587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62500"/>
            <a:ext cx="11249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F = |〈ψ平移参考 | ψ(τ)〉|²，包含相对相位变化。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AFB38-1462-4670-823D-DC179E94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14950"/>
            <a:ext cx="11249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τ=60：普通中心 F=0.3823；零曲率点 F=0.9771。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8931F-11FB-4D28-8DC9-5FAF0A11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2817E-F157-4202-9D7B-8C1B932B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二阶项消失可以减慢形变，高阶色散仍限制可用的保形时间。</a:t>
            </a:r>
          </a:p>
        </p:txBody>
      </p:sp>
    </p:spTree>
    <p:extLst>
      <p:ext uri="{BB962C8B-B14F-4D97-AF65-F5344CB8AC3E}">
        <p14:creationId xmlns:p14="http://schemas.microsoft.com/office/powerpoint/2010/main" val="5321988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49E0E-0379-4574-BDD8-83BD2B9E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数值结果的独立核验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8CB87-E63D-404E-9075-9FC2ACEA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95690-3488-4C45-B96A-3AC0F4E8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左：B13 解析核对照　右：新增密集波场 checks.json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12155-341C-4918-A380-C5B724F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D086C-4332-4734-8DCA-FE5B7842A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cffa1e92445be"/>
          <a:stretch xmlns:a="http://schemas.openxmlformats.org/drawingml/2006/main"/>
        </p:blipFill>
        <p:spPr>
          <a:xfrm xmlns:a="http://schemas.openxmlformats.org/drawingml/2006/main">
            <a:off x="1842021" y="1209675"/>
            <a:ext cx="4145507" cy="3714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E91BD-511D-451D-B68A-572D988FF182}"/>
              </a:ext>
            </a:extLst>
          </p:cNvPr>
          <p:cNvGraphicFramePr/>
          <p:nvPr/>
        </p:nvGraphicFramePr>
        <p:xfrm>
          <a:off xmlns:a="http://schemas.openxmlformats.org/drawingml/2006/main" x="7743825" y="1485900"/>
          <a:ext xmlns:a="http://schemas.openxmlformats.org/drawingml/2006/main" cx="401955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19431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新增波场检查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最大误差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1.33×10⁻¹⁵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512→1024 末态振幅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L∞ &lt; 5.82×10⁻¹⁷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点激发 Bessel 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L∞ ≈ 2.10×10⁻¹⁶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ECE62-2A93-41BD-B3ED-786D31B6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11163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真实格点直接显示，无连续插值。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固定色标与相位约定，全程不按峰值重标度。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4D344-CC8E-4EB8-926B-CEABBEF7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AB79C-E6DC-415C-A541-7B5B62CC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扩大盒、独立传播核与概率矩共同检查当前模型和时间范围内的计算。</a:t>
            </a:r>
          </a:p>
        </p:txBody>
      </p:sp>
    </p:spTree>
    <p:extLst>
      <p:ext uri="{BB962C8B-B14F-4D97-AF65-F5344CB8AC3E}">
        <p14:creationId xmlns:p14="http://schemas.microsoft.com/office/powerpoint/2010/main" val="11138701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0AFC2-6E65-4F10-B6F9-B50425C6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物理认识与后续研究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67632-3F85-4554-B535-C36BC474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575C7-3D7B-4127-BDAA-18E87A29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理论：原理 PDF 第 1–5 页　模拟：A/B/C 与 dense-wave 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22E95-FB6A-4D5F-9EC1-89CA8283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85688-BD4A-4854-B5FC-E4A022949870}"/>
              </a:ext>
            </a:extLst>
          </p:cNvPr>
          <p:cNvGraphicFramePr/>
          <p:nvPr/>
        </p:nvGraphicFramePr>
        <p:xfrm>
          <a:off xmlns:a="http://schemas.openxmlformats.org/drawingml/2006/main" x="438150" y="1266825"/>
          <a:ext xmlns:a="http://schemas.openxmlformats.org/drawingml/2006/main" cx="11306175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210425"/>
              </a:tblGrid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原理与证据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物理认识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库仑矩阵与 J=2K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交换作用耦合相邻翻转位置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余弦色散与群速度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色散斜率控制运动方向与速度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Reψ、概率和共动剖面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载波波纹、质心移动和包络展宽可以分别观察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等初宽的零曲率对照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有限时间形变减弱，高阶残差仍然存在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A07AF-C8C3-46C4-8B6A-1961EEA2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86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95D42-FA40-445E-9B24-985A9AD8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95875"/>
            <a:ext cx="53340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以给定初始宽度为约束，比较保形距离与高阶色散。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896C0-77AF-4B89-8C00-AF29B427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80B05-D864-486D-8CF5-F4D69F21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53340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均匀晶格、单磁子、零外场、无耗散；材料实现仍需具体参数。</a:t>
            </a:r>
          </a:p>
        </p:txBody>
      </p:sp>
    </p:spTree>
    <p:extLst>
      <p:ext uri="{BB962C8B-B14F-4D97-AF65-F5344CB8AC3E}">
        <p14:creationId xmlns:p14="http://schemas.microsoft.com/office/powerpoint/2010/main" val="1572076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2026-10-19T14:40:27.9380000Z</dcterms:created>
  <dcterms:modified xsi:type="dcterms:W3CDTF">2026-10-19T14:40:27.9380000Z</dcterms:modified>
</coreProperties>
</file>